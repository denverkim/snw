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62" r:id="rId1"/>
    <p:sldMasterId id="2147483661" r:id="rId2"/>
  </p:sldMasterIdLst>
  <p:notesMasterIdLst>
    <p:notesMasterId r:id="rId82"/>
  </p:notesMasterIdLst>
  <p:handoutMasterIdLst>
    <p:handoutMasterId r:id="rId83"/>
  </p:handoutMasterIdLst>
  <p:sldIdLst>
    <p:sldId id="257" r:id="rId3"/>
    <p:sldId id="2283" r:id="rId4"/>
    <p:sldId id="2173" r:id="rId5"/>
    <p:sldId id="1951" r:id="rId6"/>
    <p:sldId id="2061" r:id="rId7"/>
    <p:sldId id="1952" r:id="rId8"/>
    <p:sldId id="1953" r:id="rId9"/>
    <p:sldId id="1959" r:id="rId10"/>
    <p:sldId id="1947" r:id="rId11"/>
    <p:sldId id="1950" r:id="rId12"/>
    <p:sldId id="1956" r:id="rId13"/>
    <p:sldId id="1958" r:id="rId14"/>
    <p:sldId id="1954" r:id="rId15"/>
    <p:sldId id="2087" r:id="rId16"/>
    <p:sldId id="1955" r:id="rId17"/>
    <p:sldId id="2111" r:id="rId18"/>
    <p:sldId id="1971" r:id="rId19"/>
    <p:sldId id="2254" r:id="rId20"/>
    <p:sldId id="1985" r:id="rId21"/>
    <p:sldId id="2076" r:id="rId22"/>
    <p:sldId id="2252" r:id="rId23"/>
    <p:sldId id="2057" r:id="rId24"/>
    <p:sldId id="2058" r:id="rId25"/>
    <p:sldId id="2059" r:id="rId26"/>
    <p:sldId id="2060" r:id="rId27"/>
    <p:sldId id="2284" r:id="rId28"/>
    <p:sldId id="2079" r:id="rId29"/>
    <p:sldId id="2116" r:id="rId30"/>
    <p:sldId id="2047" r:id="rId31"/>
    <p:sldId id="2080" r:id="rId32"/>
    <p:sldId id="2062" r:id="rId33"/>
    <p:sldId id="2091" r:id="rId34"/>
    <p:sldId id="2041" r:id="rId35"/>
    <p:sldId id="2042" r:id="rId36"/>
    <p:sldId id="2065" r:id="rId37"/>
    <p:sldId id="2092" r:id="rId38"/>
    <p:sldId id="2097" r:id="rId39"/>
    <p:sldId id="2094" r:id="rId40"/>
    <p:sldId id="2095" r:id="rId41"/>
    <p:sldId id="2093" r:id="rId42"/>
    <p:sldId id="2064" r:id="rId43"/>
    <p:sldId id="2119" r:id="rId44"/>
    <p:sldId id="2086" r:id="rId45"/>
    <p:sldId id="2104" r:id="rId46"/>
    <p:sldId id="2107" r:id="rId47"/>
    <p:sldId id="2022" r:id="rId48"/>
    <p:sldId id="2023" r:id="rId49"/>
    <p:sldId id="2034" r:id="rId50"/>
    <p:sldId id="2106" r:id="rId51"/>
    <p:sldId id="2024" r:id="rId52"/>
    <p:sldId id="2105" r:id="rId53"/>
    <p:sldId id="2025" r:id="rId54"/>
    <p:sldId id="2020" r:id="rId55"/>
    <p:sldId id="2009" r:id="rId56"/>
    <p:sldId id="2010" r:id="rId57"/>
    <p:sldId id="2011" r:id="rId58"/>
    <p:sldId id="2117" r:id="rId59"/>
    <p:sldId id="2050" r:id="rId60"/>
    <p:sldId id="2099" r:id="rId61"/>
    <p:sldId id="2098" r:id="rId62"/>
    <p:sldId id="2100" r:id="rId63"/>
    <p:sldId id="2082" r:id="rId64"/>
    <p:sldId id="2055" r:id="rId65"/>
    <p:sldId id="2083" r:id="rId66"/>
    <p:sldId id="2101" r:id="rId67"/>
    <p:sldId id="2102" r:id="rId68"/>
    <p:sldId id="2103" r:id="rId69"/>
    <p:sldId id="2052" r:id="rId70"/>
    <p:sldId id="2286" r:id="rId71"/>
    <p:sldId id="2219" r:id="rId72"/>
    <p:sldId id="2218" r:id="rId73"/>
    <p:sldId id="2008" r:id="rId74"/>
    <p:sldId id="2220" r:id="rId75"/>
    <p:sldId id="2287" r:id="rId76"/>
    <p:sldId id="2289" r:id="rId77"/>
    <p:sldId id="2290" r:id="rId78"/>
    <p:sldId id="2288" r:id="rId79"/>
    <p:sldId id="2112" r:id="rId80"/>
    <p:sldId id="2109" r:id="rId8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84"/>
    </p:embeddedFont>
    <p:embeddedFont>
      <p:font typeface="G마켓 산스 TTF Medium" panose="02000000000000000000" pitchFamily="2" charset="-127"/>
      <p:regular r:id="rId85"/>
    </p:embeddedFont>
    <p:embeddedFont>
      <p:font typeface="KoPub돋움체 Medium" panose="02020603020101020101" pitchFamily="18" charset="-127"/>
      <p:regular r:id="rId86"/>
    </p:embeddedFont>
    <p:embeddedFont>
      <p:font typeface="Poppins" panose="00000500000000000000" pitchFamily="2" charset="0"/>
      <p:regular r:id="rId87"/>
      <p:bold r:id="rId88"/>
      <p:italic r:id="rId89"/>
      <p:boldItalic r:id="rId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76050" autoAdjust="0"/>
  </p:normalViewPr>
  <p:slideViewPr>
    <p:cSldViewPr snapToGrid="0">
      <p:cViewPr varScale="1">
        <p:scale>
          <a:sx n="78" d="100"/>
          <a:sy n="78" d="100"/>
        </p:scale>
        <p:origin x="105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-13412"/>
    </p:cViewPr>
  </p:sorterViewPr>
  <p:notesViewPr>
    <p:cSldViewPr snapToGrid="0">
      <p:cViewPr varScale="1">
        <p:scale>
          <a:sx n="64" d="100"/>
          <a:sy n="64" d="100"/>
        </p:scale>
        <p:origin x="1790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font" Target="fonts/font7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font" Target="fonts/font2.fntdata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handoutMaster" Target="handoutMasters/handoutMaster1.xml"/><Relationship Id="rId88" Type="http://schemas.openxmlformats.org/officeDocument/2006/relationships/font" Target="fonts/font5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font" Target="fonts/font3.fntdata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4.fntdata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77AAA-E3E7-46F4-B095-D5AFF771327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5799C6-74C2-4189-A692-0E115CE5DC79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AEE6EBF-B9A4-4987-AB11-89D63D6F13F6}" type="par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AF0EF32-0766-4385-9EF7-24B6187AA373}" type="sib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42BF014-BE24-4050-BE8B-4A6AFBBFB8AB}">
      <dgm:prSet/>
      <dgm:spPr/>
      <dgm:t>
        <a:bodyPr/>
        <a:lstStyle/>
        <a:p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B0764BE-6617-42D0-A21E-35E348EB83FD}" type="par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162AAD5-41CB-4041-919D-9E8BDADD2B80}" type="sib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2C3C4E4-A41F-4D74-9E92-CA56602638D5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8A065AF-A506-412F-A83D-3AC16745E0E3}" type="par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A61A7BA-E589-49A6-A894-86802E6B5BB1}" type="sib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657B317-40B5-4E30-9958-255270D0E66D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5B41C54-14CB-47F6-ACF4-C5AEE8AAAABF}" type="par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D3001C7-17AA-410C-8766-F1AE96698700}" type="sib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22920C1-4F8C-4B0E-98CF-5D03F988219F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F503EB1-8462-4D32-BEF5-0AB1BE740E00}" type="par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83E0928-C44C-48B8-9099-5D2BD5CB9B8D}" type="sib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3D8C497-C62E-447B-8D43-9B282F6771BB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9DC8873-C22D-45AD-BF30-CB9B57DFF70A}" type="par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64D3528-A8F7-4E47-9C9D-696924B4F574}" type="sib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030B3C7-5FB0-46EC-A96B-1B29E75A3EB9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5ED8F3B-D4E0-4297-8788-74655278482F}" type="par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28A194B-5997-425F-9F8B-04996EAAB3E5}" type="sib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FEA164B-72BA-4105-9E2B-71E7F589E330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28F1A9E-4BA3-41DE-83C3-D0B3010123B4}" type="par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9E7B28A-B861-4406-8F74-6713C3980F29}" type="sib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E536FEA-B5FF-403A-8CB8-207B0379C7AA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B025A2B-8958-4FC9-BB2E-744E0662E72F}" type="par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51D5B10-7272-4FDF-B5C5-6D66920A8E3C}" type="sib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09C81F0-7D13-4FD3-8367-8FE1BCC7B34B}" type="pres">
      <dgm:prSet presAssocID="{C8D77AAA-E3E7-46F4-B095-D5AFF7713273}" presName="linear" presStyleCnt="0">
        <dgm:presLayoutVars>
          <dgm:dir/>
          <dgm:animLvl val="lvl"/>
          <dgm:resizeHandles val="exact"/>
        </dgm:presLayoutVars>
      </dgm:prSet>
      <dgm:spPr/>
    </dgm:pt>
    <dgm:pt modelId="{1B3EEB0A-8008-44AF-9372-987DB616C938}" type="pres">
      <dgm:prSet presAssocID="{905799C6-74C2-4189-A692-0E115CE5DC79}" presName="parentLin" presStyleCnt="0"/>
      <dgm:spPr/>
    </dgm:pt>
    <dgm:pt modelId="{BFD4BF94-3C82-41EF-89B3-4A8B40944DB1}" type="pres">
      <dgm:prSet presAssocID="{905799C6-74C2-4189-A692-0E115CE5DC79}" presName="parentLeftMargin" presStyleLbl="node1" presStyleIdx="0" presStyleCnt="3"/>
      <dgm:spPr/>
    </dgm:pt>
    <dgm:pt modelId="{23F79F9E-B146-48B1-8E94-14C03EA3ED6A}" type="pres">
      <dgm:prSet presAssocID="{905799C6-74C2-4189-A692-0E115CE5DC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ED627C-AE2F-4A8A-A7AA-38E4E300D97A}" type="pres">
      <dgm:prSet presAssocID="{905799C6-74C2-4189-A692-0E115CE5DC79}" presName="negativeSpace" presStyleCnt="0"/>
      <dgm:spPr/>
    </dgm:pt>
    <dgm:pt modelId="{42563690-2F87-48EC-A560-20AC48D234AD}" type="pres">
      <dgm:prSet presAssocID="{905799C6-74C2-4189-A692-0E115CE5DC79}" presName="childText" presStyleLbl="conFgAcc1" presStyleIdx="0" presStyleCnt="3">
        <dgm:presLayoutVars>
          <dgm:bulletEnabled val="1"/>
        </dgm:presLayoutVars>
      </dgm:prSet>
      <dgm:spPr/>
    </dgm:pt>
    <dgm:pt modelId="{2569BA97-28ED-40D1-ABDA-C0B40A4BA466}" type="pres">
      <dgm:prSet presAssocID="{7AF0EF32-0766-4385-9EF7-24B6187AA373}" presName="spaceBetweenRectangles" presStyleCnt="0"/>
      <dgm:spPr/>
    </dgm:pt>
    <dgm:pt modelId="{EAC83CA0-AFE1-46B4-B4E2-60BDDF73519C}" type="pres">
      <dgm:prSet presAssocID="{62C3C4E4-A41F-4D74-9E92-CA56602638D5}" presName="parentLin" presStyleCnt="0"/>
      <dgm:spPr/>
    </dgm:pt>
    <dgm:pt modelId="{86F628C5-C968-4B82-90F0-858A72347D86}" type="pres">
      <dgm:prSet presAssocID="{62C3C4E4-A41F-4D74-9E92-CA56602638D5}" presName="parentLeftMargin" presStyleLbl="node1" presStyleIdx="0" presStyleCnt="3"/>
      <dgm:spPr/>
    </dgm:pt>
    <dgm:pt modelId="{80B871F0-0106-47B4-BA04-7EF5FD9C7AF5}" type="pres">
      <dgm:prSet presAssocID="{62C3C4E4-A41F-4D74-9E92-CA56602638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C3830D-1739-41D0-85D9-59A6E665C069}" type="pres">
      <dgm:prSet presAssocID="{62C3C4E4-A41F-4D74-9E92-CA56602638D5}" presName="negativeSpace" presStyleCnt="0"/>
      <dgm:spPr/>
    </dgm:pt>
    <dgm:pt modelId="{470FDCE0-9D20-4C7B-A43D-ED1795FAF3AD}" type="pres">
      <dgm:prSet presAssocID="{62C3C4E4-A41F-4D74-9E92-CA56602638D5}" presName="childText" presStyleLbl="conFgAcc1" presStyleIdx="1" presStyleCnt="3">
        <dgm:presLayoutVars>
          <dgm:bulletEnabled val="1"/>
        </dgm:presLayoutVars>
      </dgm:prSet>
      <dgm:spPr/>
    </dgm:pt>
    <dgm:pt modelId="{827411B4-A5AB-4431-8131-D595C3719833}" type="pres">
      <dgm:prSet presAssocID="{5A61A7BA-E589-49A6-A894-86802E6B5BB1}" presName="spaceBetweenRectangles" presStyleCnt="0"/>
      <dgm:spPr/>
    </dgm:pt>
    <dgm:pt modelId="{884AEA19-700E-4767-8B26-C314D2B56DD0}" type="pres">
      <dgm:prSet presAssocID="{F22920C1-4F8C-4B0E-98CF-5D03F988219F}" presName="parentLin" presStyleCnt="0"/>
      <dgm:spPr/>
    </dgm:pt>
    <dgm:pt modelId="{2F2C308A-4816-4088-9C7C-0B3DE7B342CF}" type="pres">
      <dgm:prSet presAssocID="{F22920C1-4F8C-4B0E-98CF-5D03F988219F}" presName="parentLeftMargin" presStyleLbl="node1" presStyleIdx="1" presStyleCnt="3"/>
      <dgm:spPr/>
    </dgm:pt>
    <dgm:pt modelId="{991B8859-E680-4603-A651-EB9DB879C3A0}" type="pres">
      <dgm:prSet presAssocID="{F22920C1-4F8C-4B0E-98CF-5D03F98821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3FE9758-C059-4D78-BC66-5AD2A1AC44E7}" type="pres">
      <dgm:prSet presAssocID="{F22920C1-4F8C-4B0E-98CF-5D03F988219F}" presName="negativeSpace" presStyleCnt="0"/>
      <dgm:spPr/>
    </dgm:pt>
    <dgm:pt modelId="{03BEDFD7-A55C-4ED8-8BE1-14504C4C9CE9}" type="pres">
      <dgm:prSet presAssocID="{F22920C1-4F8C-4B0E-98CF-5D03F988219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D03A310-26FC-4A94-AC68-4BAFD8433DD7}" type="presOf" srcId="{C030B3C7-5FB0-46EC-A96B-1B29E75A3EB9}" destId="{42563690-2F87-48EC-A560-20AC48D234AD}" srcOrd="0" destOrd="1" presId="urn:microsoft.com/office/officeart/2005/8/layout/list1"/>
    <dgm:cxn modelId="{52E5511A-FB65-48C3-86C6-855B79B1FBDB}" type="presOf" srcId="{C8D77AAA-E3E7-46F4-B095-D5AFF7713273}" destId="{009C81F0-7D13-4FD3-8367-8FE1BCC7B34B}" srcOrd="0" destOrd="0" presId="urn:microsoft.com/office/officeart/2005/8/layout/list1"/>
    <dgm:cxn modelId="{005C6031-46B6-4557-8055-244A7590E084}" type="presOf" srcId="{0E536FEA-B5FF-403A-8CB8-207B0379C7AA}" destId="{470FDCE0-9D20-4C7B-A43D-ED1795FAF3AD}" srcOrd="0" destOrd="1" presId="urn:microsoft.com/office/officeart/2005/8/layout/list1"/>
    <dgm:cxn modelId="{8F5D2165-E69B-4002-A960-1D75A494BECC}" type="presOf" srcId="{C657B317-40B5-4E30-9958-255270D0E66D}" destId="{470FDCE0-9D20-4C7B-A43D-ED1795FAF3AD}" srcOrd="0" destOrd="0" presId="urn:microsoft.com/office/officeart/2005/8/layout/list1"/>
    <dgm:cxn modelId="{9022DA45-B9E8-46EB-872B-EE74A762B5C4}" srcId="{C8D77AAA-E3E7-46F4-B095-D5AFF7713273}" destId="{F22920C1-4F8C-4B0E-98CF-5D03F988219F}" srcOrd="2" destOrd="0" parTransId="{4F503EB1-8462-4D32-BEF5-0AB1BE740E00}" sibTransId="{983E0928-C44C-48B8-9099-5D2BD5CB9B8D}"/>
    <dgm:cxn modelId="{5BEA914A-4DEB-44C3-B7D5-695586A15D5D}" srcId="{C8D77AAA-E3E7-46F4-B095-D5AFF7713273}" destId="{62C3C4E4-A41F-4D74-9E92-CA56602638D5}" srcOrd="1" destOrd="0" parTransId="{88A065AF-A506-412F-A83D-3AC16745E0E3}" sibTransId="{5A61A7BA-E589-49A6-A894-86802E6B5BB1}"/>
    <dgm:cxn modelId="{FC84436C-F425-425A-B992-BF1B79556346}" srcId="{62C3C4E4-A41F-4D74-9E92-CA56602638D5}" destId="{C657B317-40B5-4E30-9958-255270D0E66D}" srcOrd="0" destOrd="0" parTransId="{35B41C54-14CB-47F6-ACF4-C5AEE8AAAABF}" sibTransId="{3D3001C7-17AA-410C-8766-F1AE96698700}"/>
    <dgm:cxn modelId="{98544151-CB3F-4831-BACE-BA0C1B8B81B4}" type="presOf" srcId="{2FEA164B-72BA-4105-9E2B-71E7F589E330}" destId="{03BEDFD7-A55C-4ED8-8BE1-14504C4C9CE9}" srcOrd="0" destOrd="1" presId="urn:microsoft.com/office/officeart/2005/8/layout/list1"/>
    <dgm:cxn modelId="{3F5AFA53-DBAE-4BE6-BA33-83DB9576E68B}" srcId="{F22920C1-4F8C-4B0E-98CF-5D03F988219F}" destId="{23D8C497-C62E-447B-8D43-9B282F6771BB}" srcOrd="0" destOrd="0" parTransId="{F9DC8873-C22D-45AD-BF30-CB9B57DFF70A}" sibTransId="{064D3528-A8F7-4E47-9C9D-696924B4F574}"/>
    <dgm:cxn modelId="{B85AA45A-671D-4CB3-AC6A-AAD3A617FC1F}" srcId="{62C3C4E4-A41F-4D74-9E92-CA56602638D5}" destId="{0E536FEA-B5FF-403A-8CB8-207B0379C7AA}" srcOrd="1" destOrd="0" parTransId="{EB025A2B-8958-4FC9-BB2E-744E0662E72F}" sibTransId="{C51D5B10-7272-4FDF-B5C5-6D66920A8E3C}"/>
    <dgm:cxn modelId="{A020298D-DF3C-4DAA-B3A8-5C7A77169885}" type="presOf" srcId="{905799C6-74C2-4189-A692-0E115CE5DC79}" destId="{23F79F9E-B146-48B1-8E94-14C03EA3ED6A}" srcOrd="1" destOrd="0" presId="urn:microsoft.com/office/officeart/2005/8/layout/list1"/>
    <dgm:cxn modelId="{7AE8D592-4D7D-43B0-8D99-4C0036018030}" type="presOf" srcId="{C42BF014-BE24-4050-BE8B-4A6AFBBFB8AB}" destId="{42563690-2F87-48EC-A560-20AC48D234AD}" srcOrd="0" destOrd="0" presId="urn:microsoft.com/office/officeart/2005/8/layout/list1"/>
    <dgm:cxn modelId="{4409AB95-6C34-4CA8-A1D3-6EDB94899B6B}" srcId="{905799C6-74C2-4189-A692-0E115CE5DC79}" destId="{C030B3C7-5FB0-46EC-A96B-1B29E75A3EB9}" srcOrd="1" destOrd="0" parTransId="{E5ED8F3B-D4E0-4297-8788-74655278482F}" sibTransId="{228A194B-5997-425F-9F8B-04996EAAB3E5}"/>
    <dgm:cxn modelId="{595780AD-45D0-4C0C-98BF-91127841F404}" type="presOf" srcId="{62C3C4E4-A41F-4D74-9E92-CA56602638D5}" destId="{86F628C5-C968-4B82-90F0-858A72347D86}" srcOrd="0" destOrd="0" presId="urn:microsoft.com/office/officeart/2005/8/layout/list1"/>
    <dgm:cxn modelId="{742E89B7-A226-48F1-8E38-4C0CB45820CC}" srcId="{905799C6-74C2-4189-A692-0E115CE5DC79}" destId="{C42BF014-BE24-4050-BE8B-4A6AFBBFB8AB}" srcOrd="0" destOrd="0" parTransId="{FB0764BE-6617-42D0-A21E-35E348EB83FD}" sibTransId="{3162AAD5-41CB-4041-919D-9E8BDADD2B80}"/>
    <dgm:cxn modelId="{9C08CEB7-C9C6-44B5-A6B8-CD2CDC7F85BE}" srcId="{C8D77AAA-E3E7-46F4-B095-D5AFF7713273}" destId="{905799C6-74C2-4189-A692-0E115CE5DC79}" srcOrd="0" destOrd="0" parTransId="{0AEE6EBF-B9A4-4987-AB11-89D63D6F13F6}" sibTransId="{7AF0EF32-0766-4385-9EF7-24B6187AA373}"/>
    <dgm:cxn modelId="{A8DCC5B9-6A39-49E6-B3D0-61EC042F8742}" type="presOf" srcId="{F22920C1-4F8C-4B0E-98CF-5D03F988219F}" destId="{991B8859-E680-4603-A651-EB9DB879C3A0}" srcOrd="1" destOrd="0" presId="urn:microsoft.com/office/officeart/2005/8/layout/list1"/>
    <dgm:cxn modelId="{AE95C7BB-7B16-4E2C-8032-E1B2FF3420A1}" type="presOf" srcId="{905799C6-74C2-4189-A692-0E115CE5DC79}" destId="{BFD4BF94-3C82-41EF-89B3-4A8B40944DB1}" srcOrd="0" destOrd="0" presId="urn:microsoft.com/office/officeart/2005/8/layout/list1"/>
    <dgm:cxn modelId="{8BFB28D1-3567-4D20-9C2A-17E9620E71C2}" type="presOf" srcId="{23D8C497-C62E-447B-8D43-9B282F6771BB}" destId="{03BEDFD7-A55C-4ED8-8BE1-14504C4C9CE9}" srcOrd="0" destOrd="0" presId="urn:microsoft.com/office/officeart/2005/8/layout/list1"/>
    <dgm:cxn modelId="{5560B3D4-FD9E-445B-9CA5-067D6B321043}" type="presOf" srcId="{62C3C4E4-A41F-4D74-9E92-CA56602638D5}" destId="{80B871F0-0106-47B4-BA04-7EF5FD9C7AF5}" srcOrd="1" destOrd="0" presId="urn:microsoft.com/office/officeart/2005/8/layout/list1"/>
    <dgm:cxn modelId="{BDF1F0E2-23D1-4ACD-A41C-5183CB23E88D}" type="presOf" srcId="{F22920C1-4F8C-4B0E-98CF-5D03F988219F}" destId="{2F2C308A-4816-4088-9C7C-0B3DE7B342CF}" srcOrd="0" destOrd="0" presId="urn:microsoft.com/office/officeart/2005/8/layout/list1"/>
    <dgm:cxn modelId="{79F1A9E5-9C78-4A23-B704-F1775E150FB0}" srcId="{F22920C1-4F8C-4B0E-98CF-5D03F988219F}" destId="{2FEA164B-72BA-4105-9E2B-71E7F589E330}" srcOrd="1" destOrd="0" parTransId="{428F1A9E-4BA3-41DE-83C3-D0B3010123B4}" sibTransId="{69E7B28A-B861-4406-8F74-6713C3980F29}"/>
    <dgm:cxn modelId="{F871EF3F-780E-45BB-94C1-72159C54EE41}" type="presParOf" srcId="{009C81F0-7D13-4FD3-8367-8FE1BCC7B34B}" destId="{1B3EEB0A-8008-44AF-9372-987DB616C938}" srcOrd="0" destOrd="0" presId="urn:microsoft.com/office/officeart/2005/8/layout/list1"/>
    <dgm:cxn modelId="{617BEACB-22B6-4963-9AB0-099DA357D81D}" type="presParOf" srcId="{1B3EEB0A-8008-44AF-9372-987DB616C938}" destId="{BFD4BF94-3C82-41EF-89B3-4A8B40944DB1}" srcOrd="0" destOrd="0" presId="urn:microsoft.com/office/officeart/2005/8/layout/list1"/>
    <dgm:cxn modelId="{B2B17832-76C2-4378-A5C5-4E77B4D65B82}" type="presParOf" srcId="{1B3EEB0A-8008-44AF-9372-987DB616C938}" destId="{23F79F9E-B146-48B1-8E94-14C03EA3ED6A}" srcOrd="1" destOrd="0" presId="urn:microsoft.com/office/officeart/2005/8/layout/list1"/>
    <dgm:cxn modelId="{9A4AE36C-1BDD-43FC-9289-D3138B5005DF}" type="presParOf" srcId="{009C81F0-7D13-4FD3-8367-8FE1BCC7B34B}" destId="{67ED627C-AE2F-4A8A-A7AA-38E4E300D97A}" srcOrd="1" destOrd="0" presId="urn:microsoft.com/office/officeart/2005/8/layout/list1"/>
    <dgm:cxn modelId="{94A4C478-E265-4E72-835E-BFA1582771F5}" type="presParOf" srcId="{009C81F0-7D13-4FD3-8367-8FE1BCC7B34B}" destId="{42563690-2F87-48EC-A560-20AC48D234AD}" srcOrd="2" destOrd="0" presId="urn:microsoft.com/office/officeart/2005/8/layout/list1"/>
    <dgm:cxn modelId="{5A9F9C7B-194E-4777-B106-2627D03529AC}" type="presParOf" srcId="{009C81F0-7D13-4FD3-8367-8FE1BCC7B34B}" destId="{2569BA97-28ED-40D1-ABDA-C0B40A4BA466}" srcOrd="3" destOrd="0" presId="urn:microsoft.com/office/officeart/2005/8/layout/list1"/>
    <dgm:cxn modelId="{DA80E7C3-61BF-4981-8465-F2ADD1FD9B50}" type="presParOf" srcId="{009C81F0-7D13-4FD3-8367-8FE1BCC7B34B}" destId="{EAC83CA0-AFE1-46B4-B4E2-60BDDF73519C}" srcOrd="4" destOrd="0" presId="urn:microsoft.com/office/officeart/2005/8/layout/list1"/>
    <dgm:cxn modelId="{242BC02A-1244-4249-80AB-25FB7CE81FCA}" type="presParOf" srcId="{EAC83CA0-AFE1-46B4-B4E2-60BDDF73519C}" destId="{86F628C5-C968-4B82-90F0-858A72347D86}" srcOrd="0" destOrd="0" presId="urn:microsoft.com/office/officeart/2005/8/layout/list1"/>
    <dgm:cxn modelId="{CBF38EDA-E9BB-473C-ADE3-C11715F82303}" type="presParOf" srcId="{EAC83CA0-AFE1-46B4-B4E2-60BDDF73519C}" destId="{80B871F0-0106-47B4-BA04-7EF5FD9C7AF5}" srcOrd="1" destOrd="0" presId="urn:microsoft.com/office/officeart/2005/8/layout/list1"/>
    <dgm:cxn modelId="{ABB9806C-4369-47B8-9F56-E3453BC50B83}" type="presParOf" srcId="{009C81F0-7D13-4FD3-8367-8FE1BCC7B34B}" destId="{F5C3830D-1739-41D0-85D9-59A6E665C069}" srcOrd="5" destOrd="0" presId="urn:microsoft.com/office/officeart/2005/8/layout/list1"/>
    <dgm:cxn modelId="{4F0FF7EF-03E1-4AA1-A38B-955C06B51675}" type="presParOf" srcId="{009C81F0-7D13-4FD3-8367-8FE1BCC7B34B}" destId="{470FDCE0-9D20-4C7B-A43D-ED1795FAF3AD}" srcOrd="6" destOrd="0" presId="urn:microsoft.com/office/officeart/2005/8/layout/list1"/>
    <dgm:cxn modelId="{C42FD682-27A1-4035-9E99-1B23119904FE}" type="presParOf" srcId="{009C81F0-7D13-4FD3-8367-8FE1BCC7B34B}" destId="{827411B4-A5AB-4431-8131-D595C3719833}" srcOrd="7" destOrd="0" presId="urn:microsoft.com/office/officeart/2005/8/layout/list1"/>
    <dgm:cxn modelId="{F36A882F-0A92-4FB0-8CD8-D515A24CE18D}" type="presParOf" srcId="{009C81F0-7D13-4FD3-8367-8FE1BCC7B34B}" destId="{884AEA19-700E-4767-8B26-C314D2B56DD0}" srcOrd="8" destOrd="0" presId="urn:microsoft.com/office/officeart/2005/8/layout/list1"/>
    <dgm:cxn modelId="{2DDB9801-F879-4782-982B-979B67F70FC9}" type="presParOf" srcId="{884AEA19-700E-4767-8B26-C314D2B56DD0}" destId="{2F2C308A-4816-4088-9C7C-0B3DE7B342CF}" srcOrd="0" destOrd="0" presId="urn:microsoft.com/office/officeart/2005/8/layout/list1"/>
    <dgm:cxn modelId="{5B5DB753-ACFF-49DD-A9A6-B8EE98B718E9}" type="presParOf" srcId="{884AEA19-700E-4767-8B26-C314D2B56DD0}" destId="{991B8859-E680-4603-A651-EB9DB879C3A0}" srcOrd="1" destOrd="0" presId="urn:microsoft.com/office/officeart/2005/8/layout/list1"/>
    <dgm:cxn modelId="{8F8FB747-3B31-4E23-BBFB-114EDC4E80E5}" type="presParOf" srcId="{009C81F0-7D13-4FD3-8367-8FE1BCC7B34B}" destId="{D3FE9758-C059-4D78-BC66-5AD2A1AC44E7}" srcOrd="9" destOrd="0" presId="urn:microsoft.com/office/officeart/2005/8/layout/list1"/>
    <dgm:cxn modelId="{AE1A410E-3E4C-4563-A1E8-42FDC9ABEDD0}" type="presParOf" srcId="{009C81F0-7D13-4FD3-8367-8FE1BCC7B34B}" destId="{03BEDFD7-A55C-4ED8-8BE1-14504C4C9C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5F959-922C-4D20-BC99-8492EB92A518}" type="doc">
      <dgm:prSet loTypeId="urn:microsoft.com/office/officeart/2005/8/layout/vList5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F56789-F3FB-4147-8CF7-2851D022B1DF}">
      <dgm:prSet/>
      <dgm:spPr/>
      <dgm:t>
        <a:bodyPr/>
        <a:lstStyle/>
        <a:p>
          <a:r>
            <a:rPr lang="ko-KR" dirty="0"/>
            <a:t>문서 작성 및 기획</a:t>
          </a:r>
          <a:endParaRPr lang="en-US" dirty="0"/>
        </a:p>
      </dgm:t>
    </dgm:pt>
    <dgm:pt modelId="{1DFB7130-D137-4BA7-9C26-EB7E62468FB0}" type="parTrans" cxnId="{E6E6BDE9-8F12-49B1-B73F-B7DA094B3213}">
      <dgm:prSet/>
      <dgm:spPr/>
      <dgm:t>
        <a:bodyPr/>
        <a:lstStyle/>
        <a:p>
          <a:endParaRPr lang="en-US"/>
        </a:p>
      </dgm:t>
    </dgm:pt>
    <dgm:pt modelId="{A2C8E08E-26E1-4ED4-8BA3-A507B5D303EA}" type="sibTrans" cxnId="{E6E6BDE9-8F12-49B1-B73F-B7DA094B3213}">
      <dgm:prSet/>
      <dgm:spPr/>
      <dgm:t>
        <a:bodyPr/>
        <a:lstStyle/>
        <a:p>
          <a:endParaRPr lang="en-US"/>
        </a:p>
      </dgm:t>
    </dgm:pt>
    <dgm:pt modelId="{31E7D16D-251E-4BAA-A355-544C30EF66D2}">
      <dgm:prSet/>
      <dgm:spPr/>
      <dgm:t>
        <a:bodyPr/>
        <a:lstStyle/>
        <a:p>
          <a:r>
            <a:rPr lang="ko-KR" dirty="0"/>
            <a:t>공문서 자동 작성</a:t>
          </a:r>
          <a:r>
            <a:rPr lang="en-US" dirty="0"/>
            <a:t>, </a:t>
          </a:r>
          <a:r>
            <a:rPr lang="ko-KR" dirty="0"/>
            <a:t>보고서 및 계획서 작성</a:t>
          </a:r>
          <a:r>
            <a:rPr lang="en-US" dirty="0"/>
            <a:t>, </a:t>
          </a:r>
          <a:r>
            <a:rPr lang="ko-KR" dirty="0"/>
            <a:t>회의록 작성 및 요약</a:t>
          </a:r>
          <a:endParaRPr lang="en-US" dirty="0"/>
        </a:p>
      </dgm:t>
    </dgm:pt>
    <dgm:pt modelId="{1ABDA777-D01E-437A-8B12-C016CDC85CB3}" type="parTrans" cxnId="{86993F2A-818F-478A-B3A2-B44054D70047}">
      <dgm:prSet/>
      <dgm:spPr/>
      <dgm:t>
        <a:bodyPr/>
        <a:lstStyle/>
        <a:p>
          <a:endParaRPr lang="en-US"/>
        </a:p>
      </dgm:t>
    </dgm:pt>
    <dgm:pt modelId="{AFD78659-8D86-4DD6-8FF2-405F3175F699}" type="sibTrans" cxnId="{86993F2A-818F-478A-B3A2-B44054D70047}">
      <dgm:prSet/>
      <dgm:spPr/>
      <dgm:t>
        <a:bodyPr/>
        <a:lstStyle/>
        <a:p>
          <a:endParaRPr lang="en-US"/>
        </a:p>
      </dgm:t>
    </dgm:pt>
    <dgm:pt modelId="{EAD1D296-3C30-467D-9AFD-44189CA26ECA}">
      <dgm:prSet/>
      <dgm:spPr/>
      <dgm:t>
        <a:bodyPr/>
        <a:lstStyle/>
        <a:p>
          <a:r>
            <a:rPr lang="ko-KR" dirty="0"/>
            <a:t>민원 처리 및 대민 서비스</a:t>
          </a:r>
          <a:endParaRPr lang="en-US" dirty="0"/>
        </a:p>
      </dgm:t>
    </dgm:pt>
    <dgm:pt modelId="{88DA2771-687D-415A-88F1-22F3830F96F6}" type="parTrans" cxnId="{DC4BA510-5C28-4AA2-AD8A-5D0D9F44DEBE}">
      <dgm:prSet/>
      <dgm:spPr/>
      <dgm:t>
        <a:bodyPr/>
        <a:lstStyle/>
        <a:p>
          <a:endParaRPr lang="en-US"/>
        </a:p>
      </dgm:t>
    </dgm:pt>
    <dgm:pt modelId="{0191C860-0830-45A6-AEAE-15FF088613EC}" type="sibTrans" cxnId="{DC4BA510-5C28-4AA2-AD8A-5D0D9F44DEBE}">
      <dgm:prSet/>
      <dgm:spPr/>
      <dgm:t>
        <a:bodyPr/>
        <a:lstStyle/>
        <a:p>
          <a:endParaRPr lang="en-US"/>
        </a:p>
      </dgm:t>
    </dgm:pt>
    <dgm:pt modelId="{5AE4C90A-189A-4643-85B4-0724E6C7CED1}">
      <dgm:prSet/>
      <dgm:spPr/>
      <dgm:t>
        <a:bodyPr/>
        <a:lstStyle/>
        <a:p>
          <a:r>
            <a:rPr lang="ko-KR" dirty="0"/>
            <a:t>민원 응답 자동화</a:t>
          </a:r>
          <a:r>
            <a:rPr lang="en-US" dirty="0"/>
            <a:t>, </a:t>
          </a:r>
          <a:r>
            <a:rPr lang="ko-KR" dirty="0"/>
            <a:t>민원 데이터 분석</a:t>
          </a:r>
          <a:r>
            <a:rPr lang="en-US" dirty="0"/>
            <a:t>, </a:t>
          </a:r>
          <a:r>
            <a:rPr lang="ko-KR" dirty="0"/>
            <a:t>실시간 상담 </a:t>
          </a:r>
          <a:r>
            <a:rPr lang="ko-KR" dirty="0" err="1"/>
            <a:t>챗봇</a:t>
          </a:r>
          <a:endParaRPr lang="en-US" dirty="0"/>
        </a:p>
      </dgm:t>
    </dgm:pt>
    <dgm:pt modelId="{E81AE8AD-55F7-43DD-8CBE-557CFB97AC01}" type="parTrans" cxnId="{369AC10B-C293-4C09-9E52-B99A859E4450}">
      <dgm:prSet/>
      <dgm:spPr/>
      <dgm:t>
        <a:bodyPr/>
        <a:lstStyle/>
        <a:p>
          <a:endParaRPr lang="en-US"/>
        </a:p>
      </dgm:t>
    </dgm:pt>
    <dgm:pt modelId="{7BE15CA1-AC92-4DFE-908D-EC16994505F5}" type="sibTrans" cxnId="{369AC10B-C293-4C09-9E52-B99A859E4450}">
      <dgm:prSet/>
      <dgm:spPr/>
      <dgm:t>
        <a:bodyPr/>
        <a:lstStyle/>
        <a:p>
          <a:endParaRPr lang="en-US"/>
        </a:p>
      </dgm:t>
    </dgm:pt>
    <dgm:pt modelId="{EF4C316D-9664-4948-890D-7905A1414487}">
      <dgm:prSet/>
      <dgm:spPr/>
      <dgm:t>
        <a:bodyPr/>
        <a:lstStyle/>
        <a:p>
          <a:r>
            <a:rPr lang="ko-KR" dirty="0"/>
            <a:t>정책 분석 및 평가</a:t>
          </a:r>
          <a:endParaRPr lang="en-US" dirty="0"/>
        </a:p>
      </dgm:t>
    </dgm:pt>
    <dgm:pt modelId="{E4D87572-6A81-42E3-901A-D8BAA2ACE541}" type="parTrans" cxnId="{D61F14A4-0626-448E-9E16-9455E28E5D8C}">
      <dgm:prSet/>
      <dgm:spPr/>
      <dgm:t>
        <a:bodyPr/>
        <a:lstStyle/>
        <a:p>
          <a:endParaRPr lang="en-US"/>
        </a:p>
      </dgm:t>
    </dgm:pt>
    <dgm:pt modelId="{E7739CC9-7120-4D45-ACC8-9E39E951B584}" type="sibTrans" cxnId="{D61F14A4-0626-448E-9E16-9455E28E5D8C}">
      <dgm:prSet/>
      <dgm:spPr/>
      <dgm:t>
        <a:bodyPr/>
        <a:lstStyle/>
        <a:p>
          <a:endParaRPr lang="en-US"/>
        </a:p>
      </dgm:t>
    </dgm:pt>
    <dgm:pt modelId="{92037917-6223-45B0-907D-D6B64847AD08}">
      <dgm:prSet/>
      <dgm:spPr/>
      <dgm:t>
        <a:bodyPr/>
        <a:lstStyle/>
        <a:p>
          <a:r>
            <a:rPr lang="ko-KR"/>
            <a:t>정책 자료 요약 및 비교</a:t>
          </a:r>
          <a:r>
            <a:rPr lang="en-US"/>
            <a:t>, </a:t>
          </a:r>
          <a:r>
            <a:rPr lang="ko-KR"/>
            <a:t>데이터 기반 정책 제안</a:t>
          </a:r>
          <a:r>
            <a:rPr lang="en-US"/>
            <a:t>, </a:t>
          </a:r>
          <a:r>
            <a:rPr lang="ko-KR"/>
            <a:t>성과 평가 보고서 작성</a:t>
          </a:r>
          <a:endParaRPr lang="en-US"/>
        </a:p>
      </dgm:t>
    </dgm:pt>
    <dgm:pt modelId="{5E67AEEA-57B7-441F-9940-16885F424E25}" type="parTrans" cxnId="{FAEE4655-D6C6-4CA1-A2A2-2DB38762DD08}">
      <dgm:prSet/>
      <dgm:spPr/>
      <dgm:t>
        <a:bodyPr/>
        <a:lstStyle/>
        <a:p>
          <a:endParaRPr lang="en-US"/>
        </a:p>
      </dgm:t>
    </dgm:pt>
    <dgm:pt modelId="{97F70925-DC48-42BE-8198-C1637EA3E215}" type="sibTrans" cxnId="{FAEE4655-D6C6-4CA1-A2A2-2DB38762DD08}">
      <dgm:prSet/>
      <dgm:spPr/>
      <dgm:t>
        <a:bodyPr/>
        <a:lstStyle/>
        <a:p>
          <a:endParaRPr lang="en-US"/>
        </a:p>
      </dgm:t>
    </dgm:pt>
    <dgm:pt modelId="{B76F13FF-5360-440C-9642-0DA237FE3692}">
      <dgm:prSet/>
      <dgm:spPr/>
      <dgm:t>
        <a:bodyPr/>
        <a:lstStyle/>
        <a:p>
          <a:r>
            <a:rPr lang="ko-KR" dirty="0"/>
            <a:t>교육 및 내부 역량 강화</a:t>
          </a:r>
          <a:endParaRPr lang="en-US" dirty="0"/>
        </a:p>
      </dgm:t>
    </dgm:pt>
    <dgm:pt modelId="{8F8A70CE-2234-4AA7-894B-A2B285401896}" type="parTrans" cxnId="{0D1881DE-E7D9-4360-BE61-65C85F1BD353}">
      <dgm:prSet/>
      <dgm:spPr/>
      <dgm:t>
        <a:bodyPr/>
        <a:lstStyle/>
        <a:p>
          <a:endParaRPr lang="en-US"/>
        </a:p>
      </dgm:t>
    </dgm:pt>
    <dgm:pt modelId="{032545A1-6628-44DA-8FEA-77EE21535F46}" type="sibTrans" cxnId="{0D1881DE-E7D9-4360-BE61-65C85F1BD353}">
      <dgm:prSet/>
      <dgm:spPr/>
      <dgm:t>
        <a:bodyPr/>
        <a:lstStyle/>
        <a:p>
          <a:endParaRPr lang="en-US"/>
        </a:p>
      </dgm:t>
    </dgm:pt>
    <dgm:pt modelId="{CBF939E7-6713-481A-A9C2-7EE35698DE45}">
      <dgm:prSet/>
      <dgm:spPr/>
      <dgm:t>
        <a:bodyPr/>
        <a:lstStyle/>
        <a:p>
          <a:r>
            <a:rPr lang="ko-KR"/>
            <a:t>직무 교육 자료 자동 생성</a:t>
          </a:r>
          <a:r>
            <a:rPr lang="en-US"/>
            <a:t>, </a:t>
          </a:r>
          <a:r>
            <a:rPr lang="ko-KR"/>
            <a:t>시뮬레이션 기반 실습 시나리오 생성</a:t>
          </a:r>
          <a:r>
            <a:rPr lang="en-US"/>
            <a:t>, </a:t>
          </a:r>
          <a:r>
            <a:rPr lang="ko-KR"/>
            <a:t>정리 및 복습용 요약 자료 생성</a:t>
          </a:r>
          <a:endParaRPr lang="en-US"/>
        </a:p>
      </dgm:t>
    </dgm:pt>
    <dgm:pt modelId="{9F3A7856-50BE-4E96-A24A-2CE78AA454B9}" type="parTrans" cxnId="{F7DF9E4D-8D53-489B-8594-F57A1C5D1CC2}">
      <dgm:prSet/>
      <dgm:spPr/>
      <dgm:t>
        <a:bodyPr/>
        <a:lstStyle/>
        <a:p>
          <a:endParaRPr lang="en-US"/>
        </a:p>
      </dgm:t>
    </dgm:pt>
    <dgm:pt modelId="{EF9CE15D-3758-4228-90EF-647789DF134A}" type="sibTrans" cxnId="{F7DF9E4D-8D53-489B-8594-F57A1C5D1CC2}">
      <dgm:prSet/>
      <dgm:spPr/>
      <dgm:t>
        <a:bodyPr/>
        <a:lstStyle/>
        <a:p>
          <a:endParaRPr lang="en-US"/>
        </a:p>
      </dgm:t>
    </dgm:pt>
    <dgm:pt modelId="{C8FFA293-C232-4A26-A6DD-A4BB338507ED}">
      <dgm:prSet/>
      <dgm:spPr/>
      <dgm:t>
        <a:bodyPr/>
        <a:lstStyle/>
        <a:p>
          <a:r>
            <a:rPr lang="ko-KR" dirty="0"/>
            <a:t>데이터 관리 및 보고</a:t>
          </a:r>
          <a:endParaRPr lang="en-US" dirty="0"/>
        </a:p>
      </dgm:t>
    </dgm:pt>
    <dgm:pt modelId="{69B59F61-08E8-4D8D-9B42-9C3DB801289E}" type="parTrans" cxnId="{048220C5-A33D-4B48-A05F-0F2BDADFAC27}">
      <dgm:prSet/>
      <dgm:spPr/>
      <dgm:t>
        <a:bodyPr/>
        <a:lstStyle/>
        <a:p>
          <a:endParaRPr lang="en-US"/>
        </a:p>
      </dgm:t>
    </dgm:pt>
    <dgm:pt modelId="{3965C8F7-12ED-405F-AFEB-92F76952DA41}" type="sibTrans" cxnId="{048220C5-A33D-4B48-A05F-0F2BDADFAC27}">
      <dgm:prSet/>
      <dgm:spPr/>
      <dgm:t>
        <a:bodyPr/>
        <a:lstStyle/>
        <a:p>
          <a:endParaRPr lang="en-US"/>
        </a:p>
      </dgm:t>
    </dgm:pt>
    <dgm:pt modelId="{8022B516-F4C5-4523-918C-902661C915BD}">
      <dgm:prSet/>
      <dgm:spPr/>
      <dgm:t>
        <a:bodyPr/>
        <a:lstStyle/>
        <a:p>
          <a:r>
            <a:rPr lang="ko-KR"/>
            <a:t>데이터 분석 자동화</a:t>
          </a:r>
          <a:r>
            <a:rPr lang="en-US"/>
            <a:t>, </a:t>
          </a:r>
          <a:r>
            <a:rPr lang="ko-KR"/>
            <a:t>시각화 보고서 생성</a:t>
          </a:r>
          <a:r>
            <a:rPr lang="en-US"/>
            <a:t>, </a:t>
          </a:r>
          <a:r>
            <a:rPr lang="ko-KR"/>
            <a:t>예산 집행 및 결산 자료 분석</a:t>
          </a:r>
          <a:endParaRPr lang="en-US"/>
        </a:p>
      </dgm:t>
    </dgm:pt>
    <dgm:pt modelId="{C596F592-DFCD-4C6F-B572-C422F100C6F1}" type="parTrans" cxnId="{FE2D6B97-0F09-45B2-9069-0C81FD2AF131}">
      <dgm:prSet/>
      <dgm:spPr/>
      <dgm:t>
        <a:bodyPr/>
        <a:lstStyle/>
        <a:p>
          <a:endParaRPr lang="en-US"/>
        </a:p>
      </dgm:t>
    </dgm:pt>
    <dgm:pt modelId="{2B6335C4-49A9-4FBA-8EB6-C84CCF036C70}" type="sibTrans" cxnId="{FE2D6B97-0F09-45B2-9069-0C81FD2AF131}">
      <dgm:prSet/>
      <dgm:spPr/>
      <dgm:t>
        <a:bodyPr/>
        <a:lstStyle/>
        <a:p>
          <a:endParaRPr lang="en-US"/>
        </a:p>
      </dgm:t>
    </dgm:pt>
    <dgm:pt modelId="{E7D7FE0A-8C32-44C0-9D4B-902FF2DF196E}">
      <dgm:prSet/>
      <dgm:spPr/>
      <dgm:t>
        <a:bodyPr/>
        <a:lstStyle/>
        <a:p>
          <a:r>
            <a:rPr lang="ko-KR"/>
            <a:t>대외 홍보 및 커뮤니케이션</a:t>
          </a:r>
          <a:endParaRPr lang="en-US"/>
        </a:p>
      </dgm:t>
    </dgm:pt>
    <dgm:pt modelId="{68BC6858-2D0E-4845-B0EB-7729F174C1C0}" type="parTrans" cxnId="{9435A3DB-63FF-4B38-8449-4F93515A1118}">
      <dgm:prSet/>
      <dgm:spPr/>
      <dgm:t>
        <a:bodyPr/>
        <a:lstStyle/>
        <a:p>
          <a:endParaRPr lang="en-US"/>
        </a:p>
      </dgm:t>
    </dgm:pt>
    <dgm:pt modelId="{5DB29C81-C5A1-4624-B597-0EE335B709D5}" type="sibTrans" cxnId="{9435A3DB-63FF-4B38-8449-4F93515A1118}">
      <dgm:prSet/>
      <dgm:spPr/>
      <dgm:t>
        <a:bodyPr/>
        <a:lstStyle/>
        <a:p>
          <a:endParaRPr lang="en-US"/>
        </a:p>
      </dgm:t>
    </dgm:pt>
    <dgm:pt modelId="{3587FE77-336A-4F63-82E2-C26C534486A7}">
      <dgm:prSet/>
      <dgm:spPr/>
      <dgm:t>
        <a:bodyPr/>
        <a:lstStyle/>
        <a:p>
          <a:r>
            <a:rPr lang="ko-KR"/>
            <a:t>보도자료 및 홍보문 작성</a:t>
          </a:r>
          <a:r>
            <a:rPr lang="en-US"/>
            <a:t>, </a:t>
          </a:r>
          <a:r>
            <a:rPr lang="ko-KR"/>
            <a:t>멀티미디어 콘텐츠 제작</a:t>
          </a:r>
          <a:r>
            <a:rPr lang="en-US"/>
            <a:t>, </a:t>
          </a:r>
          <a:r>
            <a:rPr lang="ko-KR"/>
            <a:t>홈페이지 및 </a:t>
          </a:r>
          <a:r>
            <a:rPr lang="en-US"/>
            <a:t>SNS </a:t>
          </a:r>
          <a:r>
            <a:rPr lang="ko-KR"/>
            <a:t>콘텐츠 관리</a:t>
          </a:r>
          <a:endParaRPr lang="en-US"/>
        </a:p>
      </dgm:t>
    </dgm:pt>
    <dgm:pt modelId="{E61142AE-8FD9-4E18-97FD-F23A441E368F}" type="parTrans" cxnId="{3655C082-C413-4D6B-9599-383E751E3D19}">
      <dgm:prSet/>
      <dgm:spPr/>
      <dgm:t>
        <a:bodyPr/>
        <a:lstStyle/>
        <a:p>
          <a:endParaRPr lang="en-US"/>
        </a:p>
      </dgm:t>
    </dgm:pt>
    <dgm:pt modelId="{F68FA935-E2E4-48F3-8E5B-897D6817B41D}" type="sibTrans" cxnId="{3655C082-C413-4D6B-9599-383E751E3D19}">
      <dgm:prSet/>
      <dgm:spPr/>
      <dgm:t>
        <a:bodyPr/>
        <a:lstStyle/>
        <a:p>
          <a:endParaRPr lang="en-US"/>
        </a:p>
      </dgm:t>
    </dgm:pt>
    <dgm:pt modelId="{750CD0FA-1C7D-4208-ACB7-A6E1922354D8}">
      <dgm:prSet/>
      <dgm:spPr/>
      <dgm:t>
        <a:bodyPr/>
        <a:lstStyle/>
        <a:p>
          <a:r>
            <a:rPr lang="ko-KR"/>
            <a:t>회의 및 협업 지원</a:t>
          </a:r>
          <a:endParaRPr lang="en-US"/>
        </a:p>
      </dgm:t>
    </dgm:pt>
    <dgm:pt modelId="{C7BA4B54-67AA-4510-9ED7-BA94D7B2FEF1}" type="parTrans" cxnId="{BF88909D-59BC-4028-8B35-C4785D1324F2}">
      <dgm:prSet/>
      <dgm:spPr/>
      <dgm:t>
        <a:bodyPr/>
        <a:lstStyle/>
        <a:p>
          <a:endParaRPr lang="en-US"/>
        </a:p>
      </dgm:t>
    </dgm:pt>
    <dgm:pt modelId="{A102A49E-F170-4587-8C9C-152FB4ED4DFD}" type="sibTrans" cxnId="{BF88909D-59BC-4028-8B35-C4785D1324F2}">
      <dgm:prSet/>
      <dgm:spPr/>
      <dgm:t>
        <a:bodyPr/>
        <a:lstStyle/>
        <a:p>
          <a:endParaRPr lang="en-US"/>
        </a:p>
      </dgm:t>
    </dgm:pt>
    <dgm:pt modelId="{6DF4BD2E-A131-405F-A134-4F4CC04A2978}">
      <dgm:prSet/>
      <dgm:spPr/>
      <dgm:t>
        <a:bodyPr/>
        <a:lstStyle/>
        <a:p>
          <a:r>
            <a:rPr lang="ko-KR" dirty="0"/>
            <a:t>회의 자료 자동 작성</a:t>
          </a:r>
          <a:r>
            <a:rPr lang="en-US" dirty="0"/>
            <a:t>, </a:t>
          </a:r>
          <a:r>
            <a:rPr lang="ko-KR" dirty="0"/>
            <a:t>다국어 문서 지원</a:t>
          </a:r>
          <a:r>
            <a:rPr lang="en-US" dirty="0"/>
            <a:t>, </a:t>
          </a:r>
          <a:r>
            <a:rPr lang="ko-KR" dirty="0"/>
            <a:t>협업 워크플로 자동화</a:t>
          </a:r>
          <a:endParaRPr lang="en-US" dirty="0"/>
        </a:p>
      </dgm:t>
    </dgm:pt>
    <dgm:pt modelId="{FCC089AE-8593-493B-93F0-6B3A3E374424}" type="parTrans" cxnId="{29690D71-B697-469B-9683-18A8DEFCF57D}">
      <dgm:prSet/>
      <dgm:spPr/>
      <dgm:t>
        <a:bodyPr/>
        <a:lstStyle/>
        <a:p>
          <a:endParaRPr lang="en-US"/>
        </a:p>
      </dgm:t>
    </dgm:pt>
    <dgm:pt modelId="{D164C957-A365-4C01-A04F-51FCBD1F04E8}" type="sibTrans" cxnId="{29690D71-B697-469B-9683-18A8DEFCF57D}">
      <dgm:prSet/>
      <dgm:spPr/>
      <dgm:t>
        <a:bodyPr/>
        <a:lstStyle/>
        <a:p>
          <a:endParaRPr lang="en-US"/>
        </a:p>
      </dgm:t>
    </dgm:pt>
    <dgm:pt modelId="{362E08F1-03E9-4391-8EE9-8082E0775F5E}" type="pres">
      <dgm:prSet presAssocID="{E3E5F959-922C-4D20-BC99-8492EB92A518}" presName="Name0" presStyleCnt="0">
        <dgm:presLayoutVars>
          <dgm:dir/>
          <dgm:animLvl val="lvl"/>
          <dgm:resizeHandles val="exact"/>
        </dgm:presLayoutVars>
      </dgm:prSet>
      <dgm:spPr/>
    </dgm:pt>
    <dgm:pt modelId="{5D6AA02C-394F-476E-99EA-FA66561F5950}" type="pres">
      <dgm:prSet presAssocID="{B0F56789-F3FB-4147-8CF7-2851D022B1DF}" presName="linNode" presStyleCnt="0"/>
      <dgm:spPr/>
    </dgm:pt>
    <dgm:pt modelId="{08DC68C6-E4DE-4422-B602-7937D63CE875}" type="pres">
      <dgm:prSet presAssocID="{B0F56789-F3FB-4147-8CF7-2851D022B1DF}" presName="parentText" presStyleLbl="node1" presStyleIdx="0" presStyleCnt="7" custLinFactNeighborX="-41819" custLinFactNeighborY="-62">
        <dgm:presLayoutVars>
          <dgm:chMax val="1"/>
          <dgm:bulletEnabled val="1"/>
        </dgm:presLayoutVars>
      </dgm:prSet>
      <dgm:spPr/>
    </dgm:pt>
    <dgm:pt modelId="{A93DF32C-D30A-4726-8CFC-1352DA3DE5EA}" type="pres">
      <dgm:prSet presAssocID="{B0F56789-F3FB-4147-8CF7-2851D022B1DF}" presName="descendantText" presStyleLbl="alignAccFollowNode1" presStyleIdx="0" presStyleCnt="7">
        <dgm:presLayoutVars>
          <dgm:bulletEnabled val="1"/>
        </dgm:presLayoutVars>
      </dgm:prSet>
      <dgm:spPr/>
    </dgm:pt>
    <dgm:pt modelId="{08A5EC70-9638-45A6-81B5-76E784B30BE2}" type="pres">
      <dgm:prSet presAssocID="{A2C8E08E-26E1-4ED4-8BA3-A507B5D303EA}" presName="sp" presStyleCnt="0"/>
      <dgm:spPr/>
    </dgm:pt>
    <dgm:pt modelId="{4FEC9FB3-84F9-4DAF-86B0-E1EC39C98ABA}" type="pres">
      <dgm:prSet presAssocID="{EAD1D296-3C30-467D-9AFD-44189CA26ECA}" presName="linNode" presStyleCnt="0"/>
      <dgm:spPr/>
    </dgm:pt>
    <dgm:pt modelId="{2B9313E3-ADDC-4C29-857D-4B94DD6F979E}" type="pres">
      <dgm:prSet presAssocID="{EAD1D296-3C30-467D-9AFD-44189CA26ECA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28C09C3A-3519-4534-876E-0B1DE8B8A25F}" type="pres">
      <dgm:prSet presAssocID="{EAD1D296-3C30-467D-9AFD-44189CA26ECA}" presName="descendantText" presStyleLbl="alignAccFollowNode1" presStyleIdx="1" presStyleCnt="7">
        <dgm:presLayoutVars>
          <dgm:bulletEnabled val="1"/>
        </dgm:presLayoutVars>
      </dgm:prSet>
      <dgm:spPr/>
    </dgm:pt>
    <dgm:pt modelId="{CDC3407A-D04C-4AE8-A666-B819D1252A22}" type="pres">
      <dgm:prSet presAssocID="{0191C860-0830-45A6-AEAE-15FF088613EC}" presName="sp" presStyleCnt="0"/>
      <dgm:spPr/>
    </dgm:pt>
    <dgm:pt modelId="{6A0D9112-CE68-4CF7-B386-84BB270988CC}" type="pres">
      <dgm:prSet presAssocID="{EF4C316D-9664-4948-890D-7905A1414487}" presName="linNode" presStyleCnt="0"/>
      <dgm:spPr/>
    </dgm:pt>
    <dgm:pt modelId="{63B3810B-EC8C-44CF-A3D3-890CE6C552D4}" type="pres">
      <dgm:prSet presAssocID="{EF4C316D-9664-4948-890D-7905A1414487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44B68A4-DACA-4E91-9FED-5F64A0FB8188}" type="pres">
      <dgm:prSet presAssocID="{EF4C316D-9664-4948-890D-7905A1414487}" presName="descendantText" presStyleLbl="alignAccFollowNode1" presStyleIdx="2" presStyleCnt="7">
        <dgm:presLayoutVars>
          <dgm:bulletEnabled val="1"/>
        </dgm:presLayoutVars>
      </dgm:prSet>
      <dgm:spPr/>
    </dgm:pt>
    <dgm:pt modelId="{2AC2403D-3CD1-4CFA-87E8-A1330A45E57B}" type="pres">
      <dgm:prSet presAssocID="{E7739CC9-7120-4D45-ACC8-9E39E951B584}" presName="sp" presStyleCnt="0"/>
      <dgm:spPr/>
    </dgm:pt>
    <dgm:pt modelId="{76384149-A9E6-43F4-BAAF-5F7A5CC80DD1}" type="pres">
      <dgm:prSet presAssocID="{B76F13FF-5360-440C-9642-0DA237FE3692}" presName="linNode" presStyleCnt="0"/>
      <dgm:spPr/>
    </dgm:pt>
    <dgm:pt modelId="{9EF2D007-1098-4CAC-AE34-A2B7871027F7}" type="pres">
      <dgm:prSet presAssocID="{B76F13FF-5360-440C-9642-0DA237FE3692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E0D05716-324A-4924-BD89-1585AB544927}" type="pres">
      <dgm:prSet presAssocID="{B76F13FF-5360-440C-9642-0DA237FE3692}" presName="descendantText" presStyleLbl="alignAccFollowNode1" presStyleIdx="3" presStyleCnt="7">
        <dgm:presLayoutVars>
          <dgm:bulletEnabled val="1"/>
        </dgm:presLayoutVars>
      </dgm:prSet>
      <dgm:spPr/>
    </dgm:pt>
    <dgm:pt modelId="{68A88674-C040-480E-9AC2-1DFDC5C1D63A}" type="pres">
      <dgm:prSet presAssocID="{032545A1-6628-44DA-8FEA-77EE21535F46}" presName="sp" presStyleCnt="0"/>
      <dgm:spPr/>
    </dgm:pt>
    <dgm:pt modelId="{1ADAA458-6630-42CC-940A-8BD25E35AABA}" type="pres">
      <dgm:prSet presAssocID="{C8FFA293-C232-4A26-A6DD-A4BB338507ED}" presName="linNode" presStyleCnt="0"/>
      <dgm:spPr/>
    </dgm:pt>
    <dgm:pt modelId="{4E416DAC-1354-4B76-8E8C-55BA862581E5}" type="pres">
      <dgm:prSet presAssocID="{C8FFA293-C232-4A26-A6DD-A4BB338507ED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BA4CE2D7-AD7B-4A98-9425-A4B39E439E06}" type="pres">
      <dgm:prSet presAssocID="{C8FFA293-C232-4A26-A6DD-A4BB338507ED}" presName="descendantText" presStyleLbl="alignAccFollowNode1" presStyleIdx="4" presStyleCnt="7">
        <dgm:presLayoutVars>
          <dgm:bulletEnabled val="1"/>
        </dgm:presLayoutVars>
      </dgm:prSet>
      <dgm:spPr/>
    </dgm:pt>
    <dgm:pt modelId="{DC207C31-EED4-4DD4-9D63-6E9FF3BAFFBF}" type="pres">
      <dgm:prSet presAssocID="{3965C8F7-12ED-405F-AFEB-92F76952DA41}" presName="sp" presStyleCnt="0"/>
      <dgm:spPr/>
    </dgm:pt>
    <dgm:pt modelId="{5762A4F5-128A-4CE5-870A-ED22846782AD}" type="pres">
      <dgm:prSet presAssocID="{E7D7FE0A-8C32-44C0-9D4B-902FF2DF196E}" presName="linNode" presStyleCnt="0"/>
      <dgm:spPr/>
    </dgm:pt>
    <dgm:pt modelId="{27840D79-9082-42B4-95A6-2260B9CE20BC}" type="pres">
      <dgm:prSet presAssocID="{E7D7FE0A-8C32-44C0-9D4B-902FF2DF196E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4E74D894-FC15-4CBE-B0A3-9767694063A3}" type="pres">
      <dgm:prSet presAssocID="{E7D7FE0A-8C32-44C0-9D4B-902FF2DF196E}" presName="descendantText" presStyleLbl="alignAccFollowNode1" presStyleIdx="5" presStyleCnt="7">
        <dgm:presLayoutVars>
          <dgm:bulletEnabled val="1"/>
        </dgm:presLayoutVars>
      </dgm:prSet>
      <dgm:spPr/>
    </dgm:pt>
    <dgm:pt modelId="{BF9E3812-447A-4E7C-B896-3C4071DF2580}" type="pres">
      <dgm:prSet presAssocID="{5DB29C81-C5A1-4624-B597-0EE335B709D5}" presName="sp" presStyleCnt="0"/>
      <dgm:spPr/>
    </dgm:pt>
    <dgm:pt modelId="{C11493D4-1A69-42D5-9070-7617B894CB95}" type="pres">
      <dgm:prSet presAssocID="{750CD0FA-1C7D-4208-ACB7-A6E1922354D8}" presName="linNode" presStyleCnt="0"/>
      <dgm:spPr/>
    </dgm:pt>
    <dgm:pt modelId="{EDAE0AA3-BFF1-4CF0-8CDD-B451C2DC744E}" type="pres">
      <dgm:prSet presAssocID="{750CD0FA-1C7D-4208-ACB7-A6E1922354D8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AFF2AD3A-560A-4A33-A805-764181AD4FFA}" type="pres">
      <dgm:prSet presAssocID="{750CD0FA-1C7D-4208-ACB7-A6E1922354D8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C9F1AF02-252F-4690-A271-470FBA455D4A}" type="presOf" srcId="{B0F56789-F3FB-4147-8CF7-2851D022B1DF}" destId="{08DC68C6-E4DE-4422-B602-7937D63CE875}" srcOrd="0" destOrd="0" presId="urn:microsoft.com/office/officeart/2005/8/layout/vList5"/>
    <dgm:cxn modelId="{54BB4B04-1F25-4BFB-B362-EA2E7359668B}" type="presOf" srcId="{C8FFA293-C232-4A26-A6DD-A4BB338507ED}" destId="{4E416DAC-1354-4B76-8E8C-55BA862581E5}" srcOrd="0" destOrd="0" presId="urn:microsoft.com/office/officeart/2005/8/layout/vList5"/>
    <dgm:cxn modelId="{E7E6F509-5098-4A38-A91D-AEDC91F78895}" type="presOf" srcId="{92037917-6223-45B0-907D-D6B64847AD08}" destId="{A44B68A4-DACA-4E91-9FED-5F64A0FB8188}" srcOrd="0" destOrd="0" presId="urn:microsoft.com/office/officeart/2005/8/layout/vList5"/>
    <dgm:cxn modelId="{369AC10B-C293-4C09-9E52-B99A859E4450}" srcId="{EAD1D296-3C30-467D-9AFD-44189CA26ECA}" destId="{5AE4C90A-189A-4643-85B4-0724E6C7CED1}" srcOrd="0" destOrd="0" parTransId="{E81AE8AD-55F7-43DD-8CBE-557CFB97AC01}" sibTransId="{7BE15CA1-AC92-4DFE-908D-EC16994505F5}"/>
    <dgm:cxn modelId="{DC4BA510-5C28-4AA2-AD8A-5D0D9F44DEBE}" srcId="{E3E5F959-922C-4D20-BC99-8492EB92A518}" destId="{EAD1D296-3C30-467D-9AFD-44189CA26ECA}" srcOrd="1" destOrd="0" parTransId="{88DA2771-687D-415A-88F1-22F3830F96F6}" sibTransId="{0191C860-0830-45A6-AEAE-15FF088613EC}"/>
    <dgm:cxn modelId="{94FE3815-5C4C-4D98-BBF7-90A479F282BF}" type="presOf" srcId="{5AE4C90A-189A-4643-85B4-0724E6C7CED1}" destId="{28C09C3A-3519-4534-876E-0B1DE8B8A25F}" srcOrd="0" destOrd="0" presId="urn:microsoft.com/office/officeart/2005/8/layout/vList5"/>
    <dgm:cxn modelId="{2B3D3A15-CD86-482C-984E-1FB00215E0A8}" type="presOf" srcId="{3587FE77-336A-4F63-82E2-C26C534486A7}" destId="{4E74D894-FC15-4CBE-B0A3-9767694063A3}" srcOrd="0" destOrd="0" presId="urn:microsoft.com/office/officeart/2005/8/layout/vList5"/>
    <dgm:cxn modelId="{3871891E-0DF1-4147-907D-9DF749B74EC1}" type="presOf" srcId="{8022B516-F4C5-4523-918C-902661C915BD}" destId="{BA4CE2D7-AD7B-4A98-9425-A4B39E439E06}" srcOrd="0" destOrd="0" presId="urn:microsoft.com/office/officeart/2005/8/layout/vList5"/>
    <dgm:cxn modelId="{86993F2A-818F-478A-B3A2-B44054D70047}" srcId="{B0F56789-F3FB-4147-8CF7-2851D022B1DF}" destId="{31E7D16D-251E-4BAA-A355-544C30EF66D2}" srcOrd="0" destOrd="0" parTransId="{1ABDA777-D01E-437A-8B12-C016CDC85CB3}" sibTransId="{AFD78659-8D86-4DD6-8FF2-405F3175F699}"/>
    <dgm:cxn modelId="{5F09E664-6CDA-41F6-8E5E-74F406393D12}" type="presOf" srcId="{31E7D16D-251E-4BAA-A355-544C30EF66D2}" destId="{A93DF32C-D30A-4726-8CFC-1352DA3DE5EA}" srcOrd="0" destOrd="0" presId="urn:microsoft.com/office/officeart/2005/8/layout/vList5"/>
    <dgm:cxn modelId="{F7DF9E4D-8D53-489B-8594-F57A1C5D1CC2}" srcId="{B76F13FF-5360-440C-9642-0DA237FE3692}" destId="{CBF939E7-6713-481A-A9C2-7EE35698DE45}" srcOrd="0" destOrd="0" parTransId="{9F3A7856-50BE-4E96-A24A-2CE78AA454B9}" sibTransId="{EF9CE15D-3758-4228-90EF-647789DF134A}"/>
    <dgm:cxn modelId="{29690D71-B697-469B-9683-18A8DEFCF57D}" srcId="{750CD0FA-1C7D-4208-ACB7-A6E1922354D8}" destId="{6DF4BD2E-A131-405F-A134-4F4CC04A2978}" srcOrd="0" destOrd="0" parTransId="{FCC089AE-8593-493B-93F0-6B3A3E374424}" sibTransId="{D164C957-A365-4C01-A04F-51FCBD1F04E8}"/>
    <dgm:cxn modelId="{FAEE4655-D6C6-4CA1-A2A2-2DB38762DD08}" srcId="{EF4C316D-9664-4948-890D-7905A1414487}" destId="{92037917-6223-45B0-907D-D6B64847AD08}" srcOrd="0" destOrd="0" parTransId="{5E67AEEA-57B7-441F-9940-16885F424E25}" sibTransId="{97F70925-DC48-42BE-8198-C1637EA3E215}"/>
    <dgm:cxn modelId="{3A0D6B82-9D8B-4CF3-AFAB-0C8EE8611F0D}" type="presOf" srcId="{E3E5F959-922C-4D20-BC99-8492EB92A518}" destId="{362E08F1-03E9-4391-8EE9-8082E0775F5E}" srcOrd="0" destOrd="0" presId="urn:microsoft.com/office/officeart/2005/8/layout/vList5"/>
    <dgm:cxn modelId="{3655C082-C413-4D6B-9599-383E751E3D19}" srcId="{E7D7FE0A-8C32-44C0-9D4B-902FF2DF196E}" destId="{3587FE77-336A-4F63-82E2-C26C534486A7}" srcOrd="0" destOrd="0" parTransId="{E61142AE-8FD9-4E18-97FD-F23A441E368F}" sibTransId="{F68FA935-E2E4-48F3-8E5B-897D6817B41D}"/>
    <dgm:cxn modelId="{7621128A-70B8-4DA6-B126-FD321CCD91E7}" type="presOf" srcId="{6DF4BD2E-A131-405F-A134-4F4CC04A2978}" destId="{AFF2AD3A-560A-4A33-A805-764181AD4FFA}" srcOrd="0" destOrd="0" presId="urn:microsoft.com/office/officeart/2005/8/layout/vList5"/>
    <dgm:cxn modelId="{FE2D6B97-0F09-45B2-9069-0C81FD2AF131}" srcId="{C8FFA293-C232-4A26-A6DD-A4BB338507ED}" destId="{8022B516-F4C5-4523-918C-902661C915BD}" srcOrd="0" destOrd="0" parTransId="{C596F592-DFCD-4C6F-B572-C422F100C6F1}" sibTransId="{2B6335C4-49A9-4FBA-8EB6-C84CCF036C70}"/>
    <dgm:cxn modelId="{BF88909D-59BC-4028-8B35-C4785D1324F2}" srcId="{E3E5F959-922C-4D20-BC99-8492EB92A518}" destId="{750CD0FA-1C7D-4208-ACB7-A6E1922354D8}" srcOrd="6" destOrd="0" parTransId="{C7BA4B54-67AA-4510-9ED7-BA94D7B2FEF1}" sibTransId="{A102A49E-F170-4587-8C9C-152FB4ED4DFD}"/>
    <dgm:cxn modelId="{D61F14A4-0626-448E-9E16-9455E28E5D8C}" srcId="{E3E5F959-922C-4D20-BC99-8492EB92A518}" destId="{EF4C316D-9664-4948-890D-7905A1414487}" srcOrd="2" destOrd="0" parTransId="{E4D87572-6A81-42E3-901A-D8BAA2ACE541}" sibTransId="{E7739CC9-7120-4D45-ACC8-9E39E951B584}"/>
    <dgm:cxn modelId="{ADEF9CB5-555D-4633-BE49-F33B0C3F0497}" type="presOf" srcId="{EAD1D296-3C30-467D-9AFD-44189CA26ECA}" destId="{2B9313E3-ADDC-4C29-857D-4B94DD6F979E}" srcOrd="0" destOrd="0" presId="urn:microsoft.com/office/officeart/2005/8/layout/vList5"/>
    <dgm:cxn modelId="{7C54CABE-C016-4443-B20B-FAA52AF1BA71}" type="presOf" srcId="{EF4C316D-9664-4948-890D-7905A1414487}" destId="{63B3810B-EC8C-44CF-A3D3-890CE6C552D4}" srcOrd="0" destOrd="0" presId="urn:microsoft.com/office/officeart/2005/8/layout/vList5"/>
    <dgm:cxn modelId="{048220C5-A33D-4B48-A05F-0F2BDADFAC27}" srcId="{E3E5F959-922C-4D20-BC99-8492EB92A518}" destId="{C8FFA293-C232-4A26-A6DD-A4BB338507ED}" srcOrd="4" destOrd="0" parTransId="{69B59F61-08E8-4D8D-9B42-9C3DB801289E}" sibTransId="{3965C8F7-12ED-405F-AFEB-92F76952DA41}"/>
    <dgm:cxn modelId="{246BA8C9-7668-4439-9752-C8FC2A912564}" type="presOf" srcId="{B76F13FF-5360-440C-9642-0DA237FE3692}" destId="{9EF2D007-1098-4CAC-AE34-A2B7871027F7}" srcOrd="0" destOrd="0" presId="urn:microsoft.com/office/officeart/2005/8/layout/vList5"/>
    <dgm:cxn modelId="{5C4AD2C9-EDD7-4073-BC38-06DE293BE91F}" type="presOf" srcId="{CBF939E7-6713-481A-A9C2-7EE35698DE45}" destId="{E0D05716-324A-4924-BD89-1585AB544927}" srcOrd="0" destOrd="0" presId="urn:microsoft.com/office/officeart/2005/8/layout/vList5"/>
    <dgm:cxn modelId="{B9AA7FDA-AB65-4E35-9DE6-1F5D5FC62B76}" type="presOf" srcId="{E7D7FE0A-8C32-44C0-9D4B-902FF2DF196E}" destId="{27840D79-9082-42B4-95A6-2260B9CE20BC}" srcOrd="0" destOrd="0" presId="urn:microsoft.com/office/officeart/2005/8/layout/vList5"/>
    <dgm:cxn modelId="{9435A3DB-63FF-4B38-8449-4F93515A1118}" srcId="{E3E5F959-922C-4D20-BC99-8492EB92A518}" destId="{E7D7FE0A-8C32-44C0-9D4B-902FF2DF196E}" srcOrd="5" destOrd="0" parTransId="{68BC6858-2D0E-4845-B0EB-7729F174C1C0}" sibTransId="{5DB29C81-C5A1-4624-B597-0EE335B709D5}"/>
    <dgm:cxn modelId="{0D1881DE-E7D9-4360-BE61-65C85F1BD353}" srcId="{E3E5F959-922C-4D20-BC99-8492EB92A518}" destId="{B76F13FF-5360-440C-9642-0DA237FE3692}" srcOrd="3" destOrd="0" parTransId="{8F8A70CE-2234-4AA7-894B-A2B285401896}" sibTransId="{032545A1-6628-44DA-8FEA-77EE21535F46}"/>
    <dgm:cxn modelId="{C62A1DE8-1AD6-45FB-B87A-5B7C6B0D1126}" type="presOf" srcId="{750CD0FA-1C7D-4208-ACB7-A6E1922354D8}" destId="{EDAE0AA3-BFF1-4CF0-8CDD-B451C2DC744E}" srcOrd="0" destOrd="0" presId="urn:microsoft.com/office/officeart/2005/8/layout/vList5"/>
    <dgm:cxn modelId="{E6E6BDE9-8F12-49B1-B73F-B7DA094B3213}" srcId="{E3E5F959-922C-4D20-BC99-8492EB92A518}" destId="{B0F56789-F3FB-4147-8CF7-2851D022B1DF}" srcOrd="0" destOrd="0" parTransId="{1DFB7130-D137-4BA7-9C26-EB7E62468FB0}" sibTransId="{A2C8E08E-26E1-4ED4-8BA3-A507B5D303EA}"/>
    <dgm:cxn modelId="{AF5CE896-AF55-44A1-8D83-CAADC5A1A6CD}" type="presParOf" srcId="{362E08F1-03E9-4391-8EE9-8082E0775F5E}" destId="{5D6AA02C-394F-476E-99EA-FA66561F5950}" srcOrd="0" destOrd="0" presId="urn:microsoft.com/office/officeart/2005/8/layout/vList5"/>
    <dgm:cxn modelId="{9AE8C8D4-CB3A-4000-AC83-53D8B21BFD53}" type="presParOf" srcId="{5D6AA02C-394F-476E-99EA-FA66561F5950}" destId="{08DC68C6-E4DE-4422-B602-7937D63CE875}" srcOrd="0" destOrd="0" presId="urn:microsoft.com/office/officeart/2005/8/layout/vList5"/>
    <dgm:cxn modelId="{69500A37-AFA3-4F0A-8358-D9881B02ACE9}" type="presParOf" srcId="{5D6AA02C-394F-476E-99EA-FA66561F5950}" destId="{A93DF32C-D30A-4726-8CFC-1352DA3DE5EA}" srcOrd="1" destOrd="0" presId="urn:microsoft.com/office/officeart/2005/8/layout/vList5"/>
    <dgm:cxn modelId="{AF62118D-106A-4396-83AB-E9D43A0F0028}" type="presParOf" srcId="{362E08F1-03E9-4391-8EE9-8082E0775F5E}" destId="{08A5EC70-9638-45A6-81B5-76E784B30BE2}" srcOrd="1" destOrd="0" presId="urn:microsoft.com/office/officeart/2005/8/layout/vList5"/>
    <dgm:cxn modelId="{45AB1127-683A-4EB9-85A8-49023167BFA0}" type="presParOf" srcId="{362E08F1-03E9-4391-8EE9-8082E0775F5E}" destId="{4FEC9FB3-84F9-4DAF-86B0-E1EC39C98ABA}" srcOrd="2" destOrd="0" presId="urn:microsoft.com/office/officeart/2005/8/layout/vList5"/>
    <dgm:cxn modelId="{A5A702B1-F837-42B8-8123-5476D1194E74}" type="presParOf" srcId="{4FEC9FB3-84F9-4DAF-86B0-E1EC39C98ABA}" destId="{2B9313E3-ADDC-4C29-857D-4B94DD6F979E}" srcOrd="0" destOrd="0" presId="urn:microsoft.com/office/officeart/2005/8/layout/vList5"/>
    <dgm:cxn modelId="{D1BE5F3B-81D4-4EA0-8619-C2EDBD3DA5EB}" type="presParOf" srcId="{4FEC9FB3-84F9-4DAF-86B0-E1EC39C98ABA}" destId="{28C09C3A-3519-4534-876E-0B1DE8B8A25F}" srcOrd="1" destOrd="0" presId="urn:microsoft.com/office/officeart/2005/8/layout/vList5"/>
    <dgm:cxn modelId="{D7E06D4C-6EC5-4E45-A25B-F2FC20D78D93}" type="presParOf" srcId="{362E08F1-03E9-4391-8EE9-8082E0775F5E}" destId="{CDC3407A-D04C-4AE8-A666-B819D1252A22}" srcOrd="3" destOrd="0" presId="urn:microsoft.com/office/officeart/2005/8/layout/vList5"/>
    <dgm:cxn modelId="{FF2FD6B8-86D2-4AE9-897F-0F2145D589D3}" type="presParOf" srcId="{362E08F1-03E9-4391-8EE9-8082E0775F5E}" destId="{6A0D9112-CE68-4CF7-B386-84BB270988CC}" srcOrd="4" destOrd="0" presId="urn:microsoft.com/office/officeart/2005/8/layout/vList5"/>
    <dgm:cxn modelId="{B5718970-140D-42E2-B275-B8E8B1A7A9F5}" type="presParOf" srcId="{6A0D9112-CE68-4CF7-B386-84BB270988CC}" destId="{63B3810B-EC8C-44CF-A3D3-890CE6C552D4}" srcOrd="0" destOrd="0" presId="urn:microsoft.com/office/officeart/2005/8/layout/vList5"/>
    <dgm:cxn modelId="{1D51C1C7-F8ED-4795-80AB-23545969EAA0}" type="presParOf" srcId="{6A0D9112-CE68-4CF7-B386-84BB270988CC}" destId="{A44B68A4-DACA-4E91-9FED-5F64A0FB8188}" srcOrd="1" destOrd="0" presId="urn:microsoft.com/office/officeart/2005/8/layout/vList5"/>
    <dgm:cxn modelId="{1366BCA9-10FF-467E-BDF1-60DB4295B1CB}" type="presParOf" srcId="{362E08F1-03E9-4391-8EE9-8082E0775F5E}" destId="{2AC2403D-3CD1-4CFA-87E8-A1330A45E57B}" srcOrd="5" destOrd="0" presId="urn:microsoft.com/office/officeart/2005/8/layout/vList5"/>
    <dgm:cxn modelId="{5C72AC77-6D3B-4CBF-A63B-7E6D19B677A4}" type="presParOf" srcId="{362E08F1-03E9-4391-8EE9-8082E0775F5E}" destId="{76384149-A9E6-43F4-BAAF-5F7A5CC80DD1}" srcOrd="6" destOrd="0" presId="urn:microsoft.com/office/officeart/2005/8/layout/vList5"/>
    <dgm:cxn modelId="{ED6D975D-B878-4AFC-A9ED-CAC158023EF2}" type="presParOf" srcId="{76384149-A9E6-43F4-BAAF-5F7A5CC80DD1}" destId="{9EF2D007-1098-4CAC-AE34-A2B7871027F7}" srcOrd="0" destOrd="0" presId="urn:microsoft.com/office/officeart/2005/8/layout/vList5"/>
    <dgm:cxn modelId="{D8BA90D6-EDC2-431C-9C1F-55C624A2717B}" type="presParOf" srcId="{76384149-A9E6-43F4-BAAF-5F7A5CC80DD1}" destId="{E0D05716-324A-4924-BD89-1585AB544927}" srcOrd="1" destOrd="0" presId="urn:microsoft.com/office/officeart/2005/8/layout/vList5"/>
    <dgm:cxn modelId="{0DC51CF1-542E-4FB4-BD38-E301A7DF20D9}" type="presParOf" srcId="{362E08F1-03E9-4391-8EE9-8082E0775F5E}" destId="{68A88674-C040-480E-9AC2-1DFDC5C1D63A}" srcOrd="7" destOrd="0" presId="urn:microsoft.com/office/officeart/2005/8/layout/vList5"/>
    <dgm:cxn modelId="{8ED8F178-A1A8-45D2-8F32-19D24A578D9A}" type="presParOf" srcId="{362E08F1-03E9-4391-8EE9-8082E0775F5E}" destId="{1ADAA458-6630-42CC-940A-8BD25E35AABA}" srcOrd="8" destOrd="0" presId="urn:microsoft.com/office/officeart/2005/8/layout/vList5"/>
    <dgm:cxn modelId="{DCCD1C47-DBF7-498F-B14F-2EF039F425C9}" type="presParOf" srcId="{1ADAA458-6630-42CC-940A-8BD25E35AABA}" destId="{4E416DAC-1354-4B76-8E8C-55BA862581E5}" srcOrd="0" destOrd="0" presId="urn:microsoft.com/office/officeart/2005/8/layout/vList5"/>
    <dgm:cxn modelId="{DEFEA9FD-E80B-449B-9228-E4E6142B04BD}" type="presParOf" srcId="{1ADAA458-6630-42CC-940A-8BD25E35AABA}" destId="{BA4CE2D7-AD7B-4A98-9425-A4B39E439E06}" srcOrd="1" destOrd="0" presId="urn:microsoft.com/office/officeart/2005/8/layout/vList5"/>
    <dgm:cxn modelId="{1DC52461-B2E0-4BBB-A4C4-086B33BA3F5D}" type="presParOf" srcId="{362E08F1-03E9-4391-8EE9-8082E0775F5E}" destId="{DC207C31-EED4-4DD4-9D63-6E9FF3BAFFBF}" srcOrd="9" destOrd="0" presId="urn:microsoft.com/office/officeart/2005/8/layout/vList5"/>
    <dgm:cxn modelId="{9A7B6090-9525-4A96-8987-2626660F728D}" type="presParOf" srcId="{362E08F1-03E9-4391-8EE9-8082E0775F5E}" destId="{5762A4F5-128A-4CE5-870A-ED22846782AD}" srcOrd="10" destOrd="0" presId="urn:microsoft.com/office/officeart/2005/8/layout/vList5"/>
    <dgm:cxn modelId="{D8293F6E-5F37-4A66-841C-B357E43B88A1}" type="presParOf" srcId="{5762A4F5-128A-4CE5-870A-ED22846782AD}" destId="{27840D79-9082-42B4-95A6-2260B9CE20BC}" srcOrd="0" destOrd="0" presId="urn:microsoft.com/office/officeart/2005/8/layout/vList5"/>
    <dgm:cxn modelId="{1C851B88-113F-440F-8646-DB5671DBFDD3}" type="presParOf" srcId="{5762A4F5-128A-4CE5-870A-ED22846782AD}" destId="{4E74D894-FC15-4CBE-B0A3-9767694063A3}" srcOrd="1" destOrd="0" presId="urn:microsoft.com/office/officeart/2005/8/layout/vList5"/>
    <dgm:cxn modelId="{3046D89B-3580-4769-981F-324725ECC539}" type="presParOf" srcId="{362E08F1-03E9-4391-8EE9-8082E0775F5E}" destId="{BF9E3812-447A-4E7C-B896-3C4071DF2580}" srcOrd="11" destOrd="0" presId="urn:microsoft.com/office/officeart/2005/8/layout/vList5"/>
    <dgm:cxn modelId="{C0DA06B1-F2AD-4AF5-A42A-2344DCDE9D2A}" type="presParOf" srcId="{362E08F1-03E9-4391-8EE9-8082E0775F5E}" destId="{C11493D4-1A69-42D5-9070-7617B894CB95}" srcOrd="12" destOrd="0" presId="urn:microsoft.com/office/officeart/2005/8/layout/vList5"/>
    <dgm:cxn modelId="{860748D5-6A7F-4FB6-A4D6-246509FA2DCB}" type="presParOf" srcId="{C11493D4-1A69-42D5-9070-7617B894CB95}" destId="{EDAE0AA3-BFF1-4CF0-8CDD-B451C2DC744E}" srcOrd="0" destOrd="0" presId="urn:microsoft.com/office/officeart/2005/8/layout/vList5"/>
    <dgm:cxn modelId="{5CB290A5-8E23-4B08-B29F-DD75774185C7}" type="presParOf" srcId="{C11493D4-1A69-42D5-9070-7617B894CB95}" destId="{AFF2AD3A-560A-4A33-A805-764181AD4FF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EBF73E-8542-46A8-A0DC-7AE21D8D52B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32AC04-D1B3-43D9-9C75-9CD44755C3AF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컨텍스트 제공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(Provide Context)</a:t>
          </a:r>
        </a:p>
      </dgm:t>
    </dgm:pt>
    <dgm:pt modelId="{59754718-8B1D-4939-A99C-5EDECA5AAAF9}" type="parTrans" cxnId="{0D58CF0D-2BCD-4241-82F0-4BBDD5FD91C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213D1A1-ED5F-4655-8ECE-D5C8EC3428A2}" type="sibTrans" cxnId="{0D58CF0D-2BCD-4241-82F0-4BBDD5FD91C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38A36F9-4DA3-4235-9CC1-8304C46B418E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 보고서는 경영진 회의에서 발표할 자료입니다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3251B445-EB00-48F2-AAB6-A7982526FED6}" type="parTrans" cxnId="{423CC7EC-99AC-483B-9F0C-F33FC4CA6F2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D0EF111-5446-4FB2-8C79-03C69032DDBD}" type="sibTrans" cxnId="{423CC7EC-99AC-483B-9F0C-F33FC4CA6F2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82C6467-47B3-4F93-BE81-20E6895FB6E0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구체적인 질문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(Ask Specific Questions)</a:t>
          </a:r>
        </a:p>
      </dgm:t>
    </dgm:pt>
    <dgm:pt modelId="{FF4C8923-DCFA-40D6-83F9-3B544F751991}" type="parTrans" cxnId="{552A1E60-DDDB-4D0D-97C1-633B0B66E0B3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D85C06A-43F0-4961-986B-C16C6B58F189}" type="sibTrans" cxnId="{552A1E60-DDDB-4D0D-97C1-633B0B66E0B3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183D53E-D4AA-4698-B712-2E3C308EFDD0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마케팅 전략의 장점과 단점을 각각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3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가지씩 구체적으로 설명해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08A64F9D-5FC7-4A9A-8104-E349900AB397}" type="parTrans" cxnId="{80E2DC64-14F5-4A56-A5BA-8B79162311A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2FD5493-4AFB-42B0-878B-DFF6D90BBFAB}" type="sibTrans" cxnId="{80E2DC64-14F5-4A56-A5BA-8B79162311A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7DB2004-5E5D-4DB8-AA15-08B63A0F81FC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예시 사용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(Use Examples)</a:t>
          </a:r>
        </a:p>
      </dgm:t>
    </dgm:pt>
    <dgm:pt modelId="{F48D06BC-4839-4750-93CF-66873729FA38}" type="parTrans" cxnId="{0A8C8CF5-8A67-4EFF-B87C-1A1894F35A2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5CD5C4F-185F-4AAA-A624-38512B3B90C1}" type="sibTrans" cxnId="{0A8C8CF5-8A67-4EFF-B87C-1A1894F35A29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DFC3E55-F008-40CE-8AF6-4E70D876E476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이런 식으로 요약해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‘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요약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핵심 내용만 간단히 정리’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A8FB42A3-D2D9-4D59-9BCB-45206327A3B2}" type="parTrans" cxnId="{D6FABD13-880B-4070-8D19-71E6016F9B9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2E28224-AA50-45C2-8671-20A9614ADB5D}" type="sibTrans" cxnId="{D6FABD13-880B-4070-8D19-71E6016F9B9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16DB5F0-B549-45B7-90A2-A9B746206AB1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흐름 안내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(Guide the Flow)</a:t>
          </a:r>
        </a:p>
      </dgm:t>
    </dgm:pt>
    <dgm:pt modelId="{32FA45DC-452B-467C-AB89-C01A2E12B57D}" type="parTrans" cxnId="{EA3CD8C5-0AD0-45BB-B56D-49EC5BEFD02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7CE539F-C81E-4574-AC45-1D1C85BE3DCB}" type="sibTrans" cxnId="{EA3CD8C5-0AD0-45BB-B56D-49EC5BEFD02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EB36273-B12D-43EF-83B3-8240E1C5AD59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"1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2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상세 내용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3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결론 형식으로 작성해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E7475743-2890-4B9C-9F69-3EB542CC08E4}" type="parTrans" cxnId="{EDEEE9C2-F900-4647-B7BD-535167C2D7D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7D3FB31-36A9-4E88-BEF8-0D6B9EDD2D9A}" type="sibTrans" cxnId="{EDEEE9C2-F900-4647-B7BD-535167C2D7D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68EE546-1AD1-4EBB-BB99-A94A232766A1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제약 조건 제공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(Provide Constraints)</a:t>
          </a:r>
        </a:p>
      </dgm:t>
    </dgm:pt>
    <dgm:pt modelId="{08962568-6D18-45BA-99CF-747FDF5A88E7}" type="parTrans" cxnId="{4EA055DF-9E68-4912-99F9-CE4E8EB758B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C257DB6-93AB-41E8-91CF-9335420995FF}" type="sibTrans" cxnId="{4EA055DF-9E68-4912-99F9-CE4E8EB758B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A2C46ED2-CE71-4BEF-8845-BF0B35C7F3FE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"500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 이내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중학생이 이해할 수 있는 수준으로 작성해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18965953-6EE9-45F7-86DD-953B727C6E53}" type="parTrans" cxnId="{F69A7B46-1DF8-4497-B46B-5122A68DE88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407E230-AC12-46E7-A13D-08C75520A39D}" type="sibTrans" cxnId="{F69A7B46-1DF8-4497-B46B-5122A68DE88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7E009BC-25D1-4A18-BB68-AABE4CB5BDD8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반복적인 </a:t>
          </a:r>
          <a:r>
            <a:rPr lang="ko-KR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프롬프팅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(Iterative Prompting)</a:t>
          </a:r>
        </a:p>
      </dgm:t>
    </dgm:pt>
    <dgm:pt modelId="{6BC4AD1D-269D-4612-AAD8-48E2C5D1AD55}" type="parTrans" cxnId="{2468077C-74C4-4CE5-A401-765B89C0EBE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F95FC75-214E-42CE-9571-D3A5DD45079C}" type="sibTrans" cxnId="{2468077C-74C4-4CE5-A401-765B89C0EBE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95329DE-60C7-4AD3-9568-6CB2123C616C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조금 더 간결하게 수정해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.", "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사례를 하나 추가해 주세요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gm:t>
    </dgm:pt>
    <dgm:pt modelId="{B481E2FB-A16B-4DCB-A667-B6C4DE8979CF}" type="parTrans" cxnId="{BC8B6713-35C3-4FDC-B47C-851C0520426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5515466-247B-4C2E-A666-CECB443C7E30}" type="sibTrans" cxnId="{BC8B6713-35C3-4FDC-B47C-851C05204267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9391FAD-0DBA-4F55-A02A-C16F6841ED0F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실험과 반복 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(Experiment and Iterate)</a:t>
          </a:r>
        </a:p>
      </dgm:t>
    </dgm:pt>
    <dgm:pt modelId="{452E8F1E-4F5B-48D0-A34B-941A2173DF4B}" type="parTrans" cxnId="{439B1481-A617-4FDF-AC48-38D7D95FC29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2B96171-0AC2-4167-B2FD-B8A0E738BBAB}" type="sibTrans" cxnId="{439B1481-A617-4FDF-AC48-38D7D95FC29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12B66D2-44B0-4065-8186-7124EAD5FB9D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여러 버전의 프롬프트를 실험하고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결과를 비교하면서 개선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</a:t>
          </a:r>
        </a:p>
      </dgm:t>
    </dgm:pt>
    <dgm:pt modelId="{3ED94816-C3A1-46F6-ACDE-8772B8EB57CC}" type="parTrans" cxnId="{A09F8878-9D7F-4180-A7E0-DB7A8D8C0EE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79A7F06-7758-4C71-9B13-83336E8ACD0C}" type="sibTrans" cxnId="{A09F8878-9D7F-4180-A7E0-DB7A8D8C0EE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1D7172F-D302-4A27-8C0E-3D6880AA987E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가 상황을 잘 이해하도록 배경 정보를 충분히 제공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BF97F41-5675-4F22-8E8B-4016E4C0C1F2}" type="parTrans" cxnId="{9CE26A7F-86AF-45AC-8AB4-7061C7C5E6B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C27DAE2-D6A8-413A-AC90-53F247A12B44}" type="sibTrans" cxnId="{9CE26A7F-86AF-45AC-8AB4-7061C7C5E6B1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9E555F7-4514-4273-968E-03DF6D15855B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모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호한 질문보다 명확하고 구체적으로 묻기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F5F56D1-9E10-44AB-B966-2185BDC58357}" type="parTrans" cxnId="{42F7B4BF-8ABA-468A-8845-C257F452827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9D633E1-CD23-46F3-AFE7-FF3697E4B7C5}" type="sibTrans" cxnId="{42F7B4BF-8ABA-468A-8845-C257F452827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B627C53-C668-4272-8AD2-E7EC57A579DB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원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하는 형식이나 스타일이 있다면 예시를 제시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2B0B7B5-AC30-4BB0-9921-BD99087F7143}" type="parTrans" cxnId="{46001F16-885D-4016-BD44-DB5698F3F51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E20296A-4B8C-4A90-A0B8-37FF9A980B34}" type="sibTrans" cxnId="{46001F16-885D-4016-BD44-DB5698F3F51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5A86319-215A-479F-9876-9D56F3C73458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답변이 일정한 구조나 순서를 따르도록 유도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EB799A8-1177-47C1-AE0A-0B2AC18C7954}" type="parTrans" cxnId="{9E401FBA-580E-493A-B5CA-9D8B0209601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95393DC-D489-409F-9D4D-CCE7300CE553}" type="sibTrans" cxnId="{9E401FBA-580E-493A-B5CA-9D8B0209601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AEFF079-CBFD-4879-92B5-DCAFC43F1D73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길이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형식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대상 등 제한사항을 </a:t>
          </a:r>
          <a:r>
            <a:rPr lang="ko-KR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정해줌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CC3DB09-83EB-4BC0-A31A-5A903DC88125}" type="parTrans" cxnId="{4D33094A-52A9-41B8-99A9-1C684881C37A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D0D4908-C3DB-4561-B638-A682C5AD84F5}" type="sibTrans" cxnId="{4D33094A-52A9-41B8-99A9-1C684881C37A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7CCA6AA-6DAB-4B35-BB63-50CC5848D130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첫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결과를 보고 피드백을 주며 점점 원하는 방향으로 유도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F1ABAF6-E143-48DD-AF7C-C45C71D16321}" type="parTrans" cxnId="{A5ADBAB3-DE3C-429D-8463-2FC6559FFD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F001DB8-2CB3-4154-95DA-652CBE3C9579}" type="sibTrans" cxnId="{A5ADBAB3-DE3C-429D-8463-2FC6559FFD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E55C03F-DDD3-4E53-8E49-2B4710978801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여러 번 실험하면서 최적화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3E719C6-E97D-46C3-958B-A1B302675A67}" type="parTrans" cxnId="{31BA38E8-39BD-4E25-B28F-CD9BE913AFA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72C2CC8-6A13-4D8D-BFC5-A1BF1CE914E0}" type="sibTrans" cxnId="{31BA38E8-39BD-4E25-B28F-CD9BE913AFA2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1043835-D52E-4DD2-93DF-947AF64D3861}" type="pres">
      <dgm:prSet presAssocID="{23EBF73E-8542-46A8-A0DC-7AE21D8D52BF}" presName="vert0" presStyleCnt="0">
        <dgm:presLayoutVars>
          <dgm:dir/>
          <dgm:animOne val="branch"/>
          <dgm:animLvl val="lvl"/>
        </dgm:presLayoutVars>
      </dgm:prSet>
      <dgm:spPr/>
    </dgm:pt>
    <dgm:pt modelId="{776107CE-9076-4B8B-86E4-377B9D4E15A1}" type="pres">
      <dgm:prSet presAssocID="{7F32AC04-D1B3-43D9-9C75-9CD44755C3AF}" presName="thickLine" presStyleLbl="alignNode1" presStyleIdx="0" presStyleCnt="7"/>
      <dgm:spPr/>
    </dgm:pt>
    <dgm:pt modelId="{ADB1AFA1-BB7B-40A2-8382-5730DE63F23B}" type="pres">
      <dgm:prSet presAssocID="{7F32AC04-D1B3-43D9-9C75-9CD44755C3AF}" presName="horz1" presStyleCnt="0"/>
      <dgm:spPr/>
    </dgm:pt>
    <dgm:pt modelId="{89C82D84-A743-4392-8353-D359E3857B99}" type="pres">
      <dgm:prSet presAssocID="{7F32AC04-D1B3-43D9-9C75-9CD44755C3AF}" presName="tx1" presStyleLbl="revTx" presStyleIdx="0" presStyleCnt="21" custLinFactNeighborY="-11202"/>
      <dgm:spPr/>
    </dgm:pt>
    <dgm:pt modelId="{7AD58E82-4756-40E3-9892-F81D4157D6AD}" type="pres">
      <dgm:prSet presAssocID="{7F32AC04-D1B3-43D9-9C75-9CD44755C3AF}" presName="vert1" presStyleCnt="0"/>
      <dgm:spPr/>
    </dgm:pt>
    <dgm:pt modelId="{9892E443-0BBC-4338-809D-42886CA3E23E}" type="pres">
      <dgm:prSet presAssocID="{E1D7172F-D302-4A27-8C0E-3D6880AA987E}" presName="vertSpace2a" presStyleCnt="0"/>
      <dgm:spPr/>
    </dgm:pt>
    <dgm:pt modelId="{C999AA64-09E8-4017-B6BD-28076DA02008}" type="pres">
      <dgm:prSet presAssocID="{E1D7172F-D302-4A27-8C0E-3D6880AA987E}" presName="horz2" presStyleCnt="0"/>
      <dgm:spPr/>
    </dgm:pt>
    <dgm:pt modelId="{38CE1045-C53B-448F-A8B9-6D4CAB0E4AFE}" type="pres">
      <dgm:prSet presAssocID="{E1D7172F-D302-4A27-8C0E-3D6880AA987E}" presName="horzSpace2" presStyleCnt="0"/>
      <dgm:spPr/>
    </dgm:pt>
    <dgm:pt modelId="{C3720052-8082-4A72-A537-0130F3BFF203}" type="pres">
      <dgm:prSet presAssocID="{E1D7172F-D302-4A27-8C0E-3D6880AA987E}" presName="tx2" presStyleLbl="revTx" presStyleIdx="1" presStyleCnt="21"/>
      <dgm:spPr/>
    </dgm:pt>
    <dgm:pt modelId="{40547BD0-08DB-446F-93E2-A2747CE424B7}" type="pres">
      <dgm:prSet presAssocID="{E1D7172F-D302-4A27-8C0E-3D6880AA987E}" presName="vert2" presStyleCnt="0"/>
      <dgm:spPr/>
    </dgm:pt>
    <dgm:pt modelId="{80F581F6-3C55-4786-85C7-FD590EF4F3E3}" type="pres">
      <dgm:prSet presAssocID="{E1D7172F-D302-4A27-8C0E-3D6880AA987E}" presName="thinLine2b" presStyleLbl="callout" presStyleIdx="0" presStyleCnt="14"/>
      <dgm:spPr/>
    </dgm:pt>
    <dgm:pt modelId="{F9A8B2CF-219A-42E1-B7AF-47B3DCF10D75}" type="pres">
      <dgm:prSet presAssocID="{E1D7172F-D302-4A27-8C0E-3D6880AA987E}" presName="vertSpace2b" presStyleCnt="0"/>
      <dgm:spPr/>
    </dgm:pt>
    <dgm:pt modelId="{88B88C32-9799-448C-AD33-C65174226695}" type="pres">
      <dgm:prSet presAssocID="{538A36F9-4DA3-4235-9CC1-8304C46B418E}" presName="horz2" presStyleCnt="0"/>
      <dgm:spPr/>
    </dgm:pt>
    <dgm:pt modelId="{E1828353-A49E-4DF0-996A-2294FBBC298D}" type="pres">
      <dgm:prSet presAssocID="{538A36F9-4DA3-4235-9CC1-8304C46B418E}" presName="horzSpace2" presStyleCnt="0"/>
      <dgm:spPr/>
    </dgm:pt>
    <dgm:pt modelId="{C63A43A9-63E0-4AA8-B9DC-C7BA71487AC0}" type="pres">
      <dgm:prSet presAssocID="{538A36F9-4DA3-4235-9CC1-8304C46B418E}" presName="tx2" presStyleLbl="revTx" presStyleIdx="2" presStyleCnt="21"/>
      <dgm:spPr/>
    </dgm:pt>
    <dgm:pt modelId="{7998BC1A-ABEE-4AA2-97D4-36FA3D26750F}" type="pres">
      <dgm:prSet presAssocID="{538A36F9-4DA3-4235-9CC1-8304C46B418E}" presName="vert2" presStyleCnt="0"/>
      <dgm:spPr/>
    </dgm:pt>
    <dgm:pt modelId="{FDBAA417-A923-4032-A553-09D0C8993CD3}" type="pres">
      <dgm:prSet presAssocID="{538A36F9-4DA3-4235-9CC1-8304C46B418E}" presName="thinLine2b" presStyleLbl="callout" presStyleIdx="1" presStyleCnt="14"/>
      <dgm:spPr/>
    </dgm:pt>
    <dgm:pt modelId="{B475A6FF-E605-453A-899E-62AB77341206}" type="pres">
      <dgm:prSet presAssocID="{538A36F9-4DA3-4235-9CC1-8304C46B418E}" presName="vertSpace2b" presStyleCnt="0"/>
      <dgm:spPr/>
    </dgm:pt>
    <dgm:pt modelId="{F72AF178-6C7F-4FF4-B37E-7D54540C44E8}" type="pres">
      <dgm:prSet presAssocID="{F82C6467-47B3-4F93-BE81-20E6895FB6E0}" presName="thickLine" presStyleLbl="alignNode1" presStyleIdx="1" presStyleCnt="7"/>
      <dgm:spPr/>
    </dgm:pt>
    <dgm:pt modelId="{63BDB373-74A6-43DC-B812-B26EEDA3A05E}" type="pres">
      <dgm:prSet presAssocID="{F82C6467-47B3-4F93-BE81-20E6895FB6E0}" presName="horz1" presStyleCnt="0"/>
      <dgm:spPr/>
    </dgm:pt>
    <dgm:pt modelId="{08C517D8-1492-4C43-8EB1-6B1651A61B22}" type="pres">
      <dgm:prSet presAssocID="{F82C6467-47B3-4F93-BE81-20E6895FB6E0}" presName="tx1" presStyleLbl="revTx" presStyleIdx="3" presStyleCnt="21"/>
      <dgm:spPr/>
    </dgm:pt>
    <dgm:pt modelId="{74E6FC7D-45E8-4CF6-9307-D5DC4D7D9398}" type="pres">
      <dgm:prSet presAssocID="{F82C6467-47B3-4F93-BE81-20E6895FB6E0}" presName="vert1" presStyleCnt="0"/>
      <dgm:spPr/>
    </dgm:pt>
    <dgm:pt modelId="{2B0B3803-B932-4B59-9C08-F886EBD5F016}" type="pres">
      <dgm:prSet presAssocID="{99E555F7-4514-4273-968E-03DF6D15855B}" presName="vertSpace2a" presStyleCnt="0"/>
      <dgm:spPr/>
    </dgm:pt>
    <dgm:pt modelId="{F4FF5F64-6E96-4E8A-88C1-A8A96B19EC5F}" type="pres">
      <dgm:prSet presAssocID="{99E555F7-4514-4273-968E-03DF6D15855B}" presName="horz2" presStyleCnt="0"/>
      <dgm:spPr/>
    </dgm:pt>
    <dgm:pt modelId="{6D4E85CE-3AB9-45C1-AA56-39F6AC4497C8}" type="pres">
      <dgm:prSet presAssocID="{99E555F7-4514-4273-968E-03DF6D15855B}" presName="horzSpace2" presStyleCnt="0"/>
      <dgm:spPr/>
    </dgm:pt>
    <dgm:pt modelId="{309E7CC1-64D6-4854-8F71-CA5FA08AD54C}" type="pres">
      <dgm:prSet presAssocID="{99E555F7-4514-4273-968E-03DF6D15855B}" presName="tx2" presStyleLbl="revTx" presStyleIdx="4" presStyleCnt="21"/>
      <dgm:spPr/>
    </dgm:pt>
    <dgm:pt modelId="{668ECCBA-66A2-44E3-98D3-B695875E3FC7}" type="pres">
      <dgm:prSet presAssocID="{99E555F7-4514-4273-968E-03DF6D15855B}" presName="vert2" presStyleCnt="0"/>
      <dgm:spPr/>
    </dgm:pt>
    <dgm:pt modelId="{A2F0E71E-C9AE-4DEF-95D8-7D4BB498F885}" type="pres">
      <dgm:prSet presAssocID="{99E555F7-4514-4273-968E-03DF6D15855B}" presName="thinLine2b" presStyleLbl="callout" presStyleIdx="2" presStyleCnt="14"/>
      <dgm:spPr/>
    </dgm:pt>
    <dgm:pt modelId="{107A74EE-214C-4E4F-B47E-2E713C0BBF6D}" type="pres">
      <dgm:prSet presAssocID="{99E555F7-4514-4273-968E-03DF6D15855B}" presName="vertSpace2b" presStyleCnt="0"/>
      <dgm:spPr/>
    </dgm:pt>
    <dgm:pt modelId="{2DB2DB72-4D28-441E-93CA-AE363F851E02}" type="pres">
      <dgm:prSet presAssocID="{C183D53E-D4AA-4698-B712-2E3C308EFDD0}" presName="horz2" presStyleCnt="0"/>
      <dgm:spPr/>
    </dgm:pt>
    <dgm:pt modelId="{6D4F1A47-D506-4916-9B9A-BE8DD87E7EDA}" type="pres">
      <dgm:prSet presAssocID="{C183D53E-D4AA-4698-B712-2E3C308EFDD0}" presName="horzSpace2" presStyleCnt="0"/>
      <dgm:spPr/>
    </dgm:pt>
    <dgm:pt modelId="{3317664E-D09B-40CF-B60D-981658351CC3}" type="pres">
      <dgm:prSet presAssocID="{C183D53E-D4AA-4698-B712-2E3C308EFDD0}" presName="tx2" presStyleLbl="revTx" presStyleIdx="5" presStyleCnt="21"/>
      <dgm:spPr/>
    </dgm:pt>
    <dgm:pt modelId="{DA922FD0-7454-4A43-80FE-AFA1D5F030F7}" type="pres">
      <dgm:prSet presAssocID="{C183D53E-D4AA-4698-B712-2E3C308EFDD0}" presName="vert2" presStyleCnt="0"/>
      <dgm:spPr/>
    </dgm:pt>
    <dgm:pt modelId="{162AFEF8-EA00-4732-A019-AACE94A02D70}" type="pres">
      <dgm:prSet presAssocID="{C183D53E-D4AA-4698-B712-2E3C308EFDD0}" presName="thinLine2b" presStyleLbl="callout" presStyleIdx="3" presStyleCnt="14"/>
      <dgm:spPr/>
    </dgm:pt>
    <dgm:pt modelId="{25CCB085-E54B-4835-82E0-2FDB6DD77D5B}" type="pres">
      <dgm:prSet presAssocID="{C183D53E-D4AA-4698-B712-2E3C308EFDD0}" presName="vertSpace2b" presStyleCnt="0"/>
      <dgm:spPr/>
    </dgm:pt>
    <dgm:pt modelId="{48624E6B-46E7-4305-9F6D-26568C99E544}" type="pres">
      <dgm:prSet presAssocID="{67DB2004-5E5D-4DB8-AA15-08B63A0F81FC}" presName="thickLine" presStyleLbl="alignNode1" presStyleIdx="2" presStyleCnt="7"/>
      <dgm:spPr/>
    </dgm:pt>
    <dgm:pt modelId="{F2FA4160-EE15-440F-8C9C-B9D1FEEC47F5}" type="pres">
      <dgm:prSet presAssocID="{67DB2004-5E5D-4DB8-AA15-08B63A0F81FC}" presName="horz1" presStyleCnt="0"/>
      <dgm:spPr/>
    </dgm:pt>
    <dgm:pt modelId="{8657A243-5A21-4BDE-B5B5-81AB9B684A41}" type="pres">
      <dgm:prSet presAssocID="{67DB2004-5E5D-4DB8-AA15-08B63A0F81FC}" presName="tx1" presStyleLbl="revTx" presStyleIdx="6" presStyleCnt="21"/>
      <dgm:spPr/>
    </dgm:pt>
    <dgm:pt modelId="{DDD4FBA6-0973-401A-AF93-27A9E27DE17F}" type="pres">
      <dgm:prSet presAssocID="{67DB2004-5E5D-4DB8-AA15-08B63A0F81FC}" presName="vert1" presStyleCnt="0"/>
      <dgm:spPr/>
    </dgm:pt>
    <dgm:pt modelId="{C11DF842-843A-401E-BD12-7373E328568A}" type="pres">
      <dgm:prSet presAssocID="{EB627C53-C668-4272-8AD2-E7EC57A579DB}" presName="vertSpace2a" presStyleCnt="0"/>
      <dgm:spPr/>
    </dgm:pt>
    <dgm:pt modelId="{5AA333B0-88B9-477F-AF2D-B8E08609EC97}" type="pres">
      <dgm:prSet presAssocID="{EB627C53-C668-4272-8AD2-E7EC57A579DB}" presName="horz2" presStyleCnt="0"/>
      <dgm:spPr/>
    </dgm:pt>
    <dgm:pt modelId="{7073BB4B-A327-4B87-AA3B-3CD37C90DD16}" type="pres">
      <dgm:prSet presAssocID="{EB627C53-C668-4272-8AD2-E7EC57A579DB}" presName="horzSpace2" presStyleCnt="0"/>
      <dgm:spPr/>
    </dgm:pt>
    <dgm:pt modelId="{69CFC044-3C0F-4761-9DB3-7AA989810326}" type="pres">
      <dgm:prSet presAssocID="{EB627C53-C668-4272-8AD2-E7EC57A579DB}" presName="tx2" presStyleLbl="revTx" presStyleIdx="7" presStyleCnt="21"/>
      <dgm:spPr/>
    </dgm:pt>
    <dgm:pt modelId="{87BE6B42-F873-45AF-9AE4-04383F688A09}" type="pres">
      <dgm:prSet presAssocID="{EB627C53-C668-4272-8AD2-E7EC57A579DB}" presName="vert2" presStyleCnt="0"/>
      <dgm:spPr/>
    </dgm:pt>
    <dgm:pt modelId="{925C4CD9-1844-4237-8AD5-A8A7BE9E8187}" type="pres">
      <dgm:prSet presAssocID="{EB627C53-C668-4272-8AD2-E7EC57A579DB}" presName="thinLine2b" presStyleLbl="callout" presStyleIdx="4" presStyleCnt="14"/>
      <dgm:spPr/>
    </dgm:pt>
    <dgm:pt modelId="{F079C884-038E-45E4-B820-E846B85E4FE3}" type="pres">
      <dgm:prSet presAssocID="{EB627C53-C668-4272-8AD2-E7EC57A579DB}" presName="vertSpace2b" presStyleCnt="0"/>
      <dgm:spPr/>
    </dgm:pt>
    <dgm:pt modelId="{F9C14DD5-46A1-4AFB-BE5E-39E7F7060E67}" type="pres">
      <dgm:prSet presAssocID="{DDFC3E55-F008-40CE-8AF6-4E70D876E476}" presName="horz2" presStyleCnt="0"/>
      <dgm:spPr/>
    </dgm:pt>
    <dgm:pt modelId="{E7160D58-CA4B-4F8D-A25A-C48FBAEBD5BA}" type="pres">
      <dgm:prSet presAssocID="{DDFC3E55-F008-40CE-8AF6-4E70D876E476}" presName="horzSpace2" presStyleCnt="0"/>
      <dgm:spPr/>
    </dgm:pt>
    <dgm:pt modelId="{9E82FC84-09D5-46CF-9C82-08AD15DD4529}" type="pres">
      <dgm:prSet presAssocID="{DDFC3E55-F008-40CE-8AF6-4E70D876E476}" presName="tx2" presStyleLbl="revTx" presStyleIdx="8" presStyleCnt="21"/>
      <dgm:spPr/>
    </dgm:pt>
    <dgm:pt modelId="{2014E72A-5EA5-4A3F-8AB9-0F94F8720D6C}" type="pres">
      <dgm:prSet presAssocID="{DDFC3E55-F008-40CE-8AF6-4E70D876E476}" presName="vert2" presStyleCnt="0"/>
      <dgm:spPr/>
    </dgm:pt>
    <dgm:pt modelId="{67F25CD6-1F97-4CAE-8920-92E86F133830}" type="pres">
      <dgm:prSet presAssocID="{DDFC3E55-F008-40CE-8AF6-4E70D876E476}" presName="thinLine2b" presStyleLbl="callout" presStyleIdx="5" presStyleCnt="14"/>
      <dgm:spPr/>
    </dgm:pt>
    <dgm:pt modelId="{493AEA43-BF70-4642-86A2-DA37F1B9DEAC}" type="pres">
      <dgm:prSet presAssocID="{DDFC3E55-F008-40CE-8AF6-4E70D876E476}" presName="vertSpace2b" presStyleCnt="0"/>
      <dgm:spPr/>
    </dgm:pt>
    <dgm:pt modelId="{38289665-93BC-4D29-8789-1A6856E5FCA5}" type="pres">
      <dgm:prSet presAssocID="{016DB5F0-B549-45B7-90A2-A9B746206AB1}" presName="thickLine" presStyleLbl="alignNode1" presStyleIdx="3" presStyleCnt="7"/>
      <dgm:spPr/>
    </dgm:pt>
    <dgm:pt modelId="{3F207223-7581-4AB5-A099-AC80C123AE24}" type="pres">
      <dgm:prSet presAssocID="{016DB5F0-B549-45B7-90A2-A9B746206AB1}" presName="horz1" presStyleCnt="0"/>
      <dgm:spPr/>
    </dgm:pt>
    <dgm:pt modelId="{E6784DDE-7BEE-4266-960A-9195FADF7842}" type="pres">
      <dgm:prSet presAssocID="{016DB5F0-B549-45B7-90A2-A9B746206AB1}" presName="tx1" presStyleLbl="revTx" presStyleIdx="9" presStyleCnt="21"/>
      <dgm:spPr/>
    </dgm:pt>
    <dgm:pt modelId="{1FBF33AD-6899-45BF-8A41-1BC0E5C03236}" type="pres">
      <dgm:prSet presAssocID="{016DB5F0-B549-45B7-90A2-A9B746206AB1}" presName="vert1" presStyleCnt="0"/>
      <dgm:spPr/>
    </dgm:pt>
    <dgm:pt modelId="{348FFC1D-58BE-43E3-85B6-4F2E6FF4BCA3}" type="pres">
      <dgm:prSet presAssocID="{85A86319-215A-479F-9876-9D56F3C73458}" presName="vertSpace2a" presStyleCnt="0"/>
      <dgm:spPr/>
    </dgm:pt>
    <dgm:pt modelId="{9D8E5D3E-7A14-46B9-906A-3E01D6098B45}" type="pres">
      <dgm:prSet presAssocID="{85A86319-215A-479F-9876-9D56F3C73458}" presName="horz2" presStyleCnt="0"/>
      <dgm:spPr/>
    </dgm:pt>
    <dgm:pt modelId="{EA00E8BF-7AED-496A-BCC7-8663A423E7A1}" type="pres">
      <dgm:prSet presAssocID="{85A86319-215A-479F-9876-9D56F3C73458}" presName="horzSpace2" presStyleCnt="0"/>
      <dgm:spPr/>
    </dgm:pt>
    <dgm:pt modelId="{73A11E5B-AED8-4488-B927-A3F4FB1D3A75}" type="pres">
      <dgm:prSet presAssocID="{85A86319-215A-479F-9876-9D56F3C73458}" presName="tx2" presStyleLbl="revTx" presStyleIdx="10" presStyleCnt="21"/>
      <dgm:spPr/>
    </dgm:pt>
    <dgm:pt modelId="{F3561F7A-8721-4759-98FE-9253E12EF45F}" type="pres">
      <dgm:prSet presAssocID="{85A86319-215A-479F-9876-9D56F3C73458}" presName="vert2" presStyleCnt="0"/>
      <dgm:spPr/>
    </dgm:pt>
    <dgm:pt modelId="{61AA9C57-9283-48BE-9381-A24ED03C33E0}" type="pres">
      <dgm:prSet presAssocID="{85A86319-215A-479F-9876-9D56F3C73458}" presName="thinLine2b" presStyleLbl="callout" presStyleIdx="6" presStyleCnt="14"/>
      <dgm:spPr/>
    </dgm:pt>
    <dgm:pt modelId="{35D9BEB0-19FA-409A-86BB-1E976F37DD08}" type="pres">
      <dgm:prSet presAssocID="{85A86319-215A-479F-9876-9D56F3C73458}" presName="vertSpace2b" presStyleCnt="0"/>
      <dgm:spPr/>
    </dgm:pt>
    <dgm:pt modelId="{DCACC785-0D1F-4315-9B3A-AFAEAD9B0D81}" type="pres">
      <dgm:prSet presAssocID="{DEB36273-B12D-43EF-83B3-8240E1C5AD59}" presName="horz2" presStyleCnt="0"/>
      <dgm:spPr/>
    </dgm:pt>
    <dgm:pt modelId="{218B849B-8986-402C-B92C-31E05DF59380}" type="pres">
      <dgm:prSet presAssocID="{DEB36273-B12D-43EF-83B3-8240E1C5AD59}" presName="horzSpace2" presStyleCnt="0"/>
      <dgm:spPr/>
    </dgm:pt>
    <dgm:pt modelId="{95D504CC-D891-4E87-A59E-9DC0957D1398}" type="pres">
      <dgm:prSet presAssocID="{DEB36273-B12D-43EF-83B3-8240E1C5AD59}" presName="tx2" presStyleLbl="revTx" presStyleIdx="11" presStyleCnt="21"/>
      <dgm:spPr/>
    </dgm:pt>
    <dgm:pt modelId="{FA571A3E-C9BF-4E47-AC95-B83A10ED55B4}" type="pres">
      <dgm:prSet presAssocID="{DEB36273-B12D-43EF-83B3-8240E1C5AD59}" presName="vert2" presStyleCnt="0"/>
      <dgm:spPr/>
    </dgm:pt>
    <dgm:pt modelId="{682B28E0-4289-4B0C-80DA-B036CF02C6F6}" type="pres">
      <dgm:prSet presAssocID="{DEB36273-B12D-43EF-83B3-8240E1C5AD59}" presName="thinLine2b" presStyleLbl="callout" presStyleIdx="7" presStyleCnt="14"/>
      <dgm:spPr/>
    </dgm:pt>
    <dgm:pt modelId="{C1BF0D40-DE02-4C4B-94F7-77066B797A40}" type="pres">
      <dgm:prSet presAssocID="{DEB36273-B12D-43EF-83B3-8240E1C5AD59}" presName="vertSpace2b" presStyleCnt="0"/>
      <dgm:spPr/>
    </dgm:pt>
    <dgm:pt modelId="{B2A9AD8B-AE58-4632-97A2-E7CB83881697}" type="pres">
      <dgm:prSet presAssocID="{B68EE546-1AD1-4EBB-BB99-A94A232766A1}" presName="thickLine" presStyleLbl="alignNode1" presStyleIdx="4" presStyleCnt="7"/>
      <dgm:spPr/>
    </dgm:pt>
    <dgm:pt modelId="{BD4E5E64-6A15-4FA8-9A89-16D096525946}" type="pres">
      <dgm:prSet presAssocID="{B68EE546-1AD1-4EBB-BB99-A94A232766A1}" presName="horz1" presStyleCnt="0"/>
      <dgm:spPr/>
    </dgm:pt>
    <dgm:pt modelId="{34CBE883-32AD-4D35-BFC3-07863EB1D6DC}" type="pres">
      <dgm:prSet presAssocID="{B68EE546-1AD1-4EBB-BB99-A94A232766A1}" presName="tx1" presStyleLbl="revTx" presStyleIdx="12" presStyleCnt="21"/>
      <dgm:spPr/>
    </dgm:pt>
    <dgm:pt modelId="{DC3AE67C-3F78-4015-B351-5ABA602FFBC3}" type="pres">
      <dgm:prSet presAssocID="{B68EE546-1AD1-4EBB-BB99-A94A232766A1}" presName="vert1" presStyleCnt="0"/>
      <dgm:spPr/>
    </dgm:pt>
    <dgm:pt modelId="{D373E18B-D959-44C4-9967-97E8E6287AB6}" type="pres">
      <dgm:prSet presAssocID="{7AEFF079-CBFD-4879-92B5-DCAFC43F1D73}" presName="vertSpace2a" presStyleCnt="0"/>
      <dgm:spPr/>
    </dgm:pt>
    <dgm:pt modelId="{5EACCF5B-4676-4F96-9241-42070EB656C1}" type="pres">
      <dgm:prSet presAssocID="{7AEFF079-CBFD-4879-92B5-DCAFC43F1D73}" presName="horz2" presStyleCnt="0"/>
      <dgm:spPr/>
    </dgm:pt>
    <dgm:pt modelId="{AF268372-1F65-4152-BE5A-785E4B8F079B}" type="pres">
      <dgm:prSet presAssocID="{7AEFF079-CBFD-4879-92B5-DCAFC43F1D73}" presName="horzSpace2" presStyleCnt="0"/>
      <dgm:spPr/>
    </dgm:pt>
    <dgm:pt modelId="{77FECE80-CD5D-45CD-9BDE-36F62B734426}" type="pres">
      <dgm:prSet presAssocID="{7AEFF079-CBFD-4879-92B5-DCAFC43F1D73}" presName="tx2" presStyleLbl="revTx" presStyleIdx="13" presStyleCnt="21"/>
      <dgm:spPr/>
    </dgm:pt>
    <dgm:pt modelId="{A96ECB80-4CE3-4021-86D7-DC1A1F02326D}" type="pres">
      <dgm:prSet presAssocID="{7AEFF079-CBFD-4879-92B5-DCAFC43F1D73}" presName="vert2" presStyleCnt="0"/>
      <dgm:spPr/>
    </dgm:pt>
    <dgm:pt modelId="{031D738B-4A97-4966-8E10-6DE32FDF8E7E}" type="pres">
      <dgm:prSet presAssocID="{7AEFF079-CBFD-4879-92B5-DCAFC43F1D73}" presName="thinLine2b" presStyleLbl="callout" presStyleIdx="8" presStyleCnt="14"/>
      <dgm:spPr/>
    </dgm:pt>
    <dgm:pt modelId="{50967001-F001-4593-8AAB-27E1DCE5C392}" type="pres">
      <dgm:prSet presAssocID="{7AEFF079-CBFD-4879-92B5-DCAFC43F1D73}" presName="vertSpace2b" presStyleCnt="0"/>
      <dgm:spPr/>
    </dgm:pt>
    <dgm:pt modelId="{EE1C9B64-BAC8-4E87-8563-EA72F1297FD3}" type="pres">
      <dgm:prSet presAssocID="{A2C46ED2-CE71-4BEF-8845-BF0B35C7F3FE}" presName="horz2" presStyleCnt="0"/>
      <dgm:spPr/>
    </dgm:pt>
    <dgm:pt modelId="{33A774FA-7C6B-40E6-8D54-2993B02ABC3A}" type="pres">
      <dgm:prSet presAssocID="{A2C46ED2-CE71-4BEF-8845-BF0B35C7F3FE}" presName="horzSpace2" presStyleCnt="0"/>
      <dgm:spPr/>
    </dgm:pt>
    <dgm:pt modelId="{87B5CA84-75DC-4FD4-926F-093C8102AF1A}" type="pres">
      <dgm:prSet presAssocID="{A2C46ED2-CE71-4BEF-8845-BF0B35C7F3FE}" presName="tx2" presStyleLbl="revTx" presStyleIdx="14" presStyleCnt="21"/>
      <dgm:spPr/>
    </dgm:pt>
    <dgm:pt modelId="{E84FDA3B-4CCF-49CE-AF5D-5B320FE7E560}" type="pres">
      <dgm:prSet presAssocID="{A2C46ED2-CE71-4BEF-8845-BF0B35C7F3FE}" presName="vert2" presStyleCnt="0"/>
      <dgm:spPr/>
    </dgm:pt>
    <dgm:pt modelId="{1DEC4861-5348-4579-AD7B-D32D7EE1A38D}" type="pres">
      <dgm:prSet presAssocID="{A2C46ED2-CE71-4BEF-8845-BF0B35C7F3FE}" presName="thinLine2b" presStyleLbl="callout" presStyleIdx="9" presStyleCnt="14"/>
      <dgm:spPr/>
    </dgm:pt>
    <dgm:pt modelId="{33A21F62-CD5D-441C-BC55-E008C18EEEB9}" type="pres">
      <dgm:prSet presAssocID="{A2C46ED2-CE71-4BEF-8845-BF0B35C7F3FE}" presName="vertSpace2b" presStyleCnt="0"/>
      <dgm:spPr/>
    </dgm:pt>
    <dgm:pt modelId="{0A57744A-F9EB-4A2F-91B6-BE914B23B65A}" type="pres">
      <dgm:prSet presAssocID="{57E009BC-25D1-4A18-BB68-AABE4CB5BDD8}" presName="thickLine" presStyleLbl="alignNode1" presStyleIdx="5" presStyleCnt="7"/>
      <dgm:spPr/>
    </dgm:pt>
    <dgm:pt modelId="{C6FF871E-332D-4DF7-9A9C-51ECED6AA413}" type="pres">
      <dgm:prSet presAssocID="{57E009BC-25D1-4A18-BB68-AABE4CB5BDD8}" presName="horz1" presStyleCnt="0"/>
      <dgm:spPr/>
    </dgm:pt>
    <dgm:pt modelId="{50191A2F-1B01-40D1-9F7E-05E39654F8D6}" type="pres">
      <dgm:prSet presAssocID="{57E009BC-25D1-4A18-BB68-AABE4CB5BDD8}" presName="tx1" presStyleLbl="revTx" presStyleIdx="15" presStyleCnt="21"/>
      <dgm:spPr/>
    </dgm:pt>
    <dgm:pt modelId="{03D24253-8398-47B5-8118-4A9361DF98A0}" type="pres">
      <dgm:prSet presAssocID="{57E009BC-25D1-4A18-BB68-AABE4CB5BDD8}" presName="vert1" presStyleCnt="0"/>
      <dgm:spPr/>
    </dgm:pt>
    <dgm:pt modelId="{2D7610D4-A918-4579-9BD2-EE7544686D84}" type="pres">
      <dgm:prSet presAssocID="{77CCA6AA-6DAB-4B35-BB63-50CC5848D130}" presName="vertSpace2a" presStyleCnt="0"/>
      <dgm:spPr/>
    </dgm:pt>
    <dgm:pt modelId="{853CBD53-64F0-4530-9A7A-2D2C5926BD01}" type="pres">
      <dgm:prSet presAssocID="{77CCA6AA-6DAB-4B35-BB63-50CC5848D130}" presName="horz2" presStyleCnt="0"/>
      <dgm:spPr/>
    </dgm:pt>
    <dgm:pt modelId="{4423FB40-B273-4411-A0D7-68A42320E27C}" type="pres">
      <dgm:prSet presAssocID="{77CCA6AA-6DAB-4B35-BB63-50CC5848D130}" presName="horzSpace2" presStyleCnt="0"/>
      <dgm:spPr/>
    </dgm:pt>
    <dgm:pt modelId="{2880BD18-32C6-4713-AC94-60974FB0F875}" type="pres">
      <dgm:prSet presAssocID="{77CCA6AA-6DAB-4B35-BB63-50CC5848D130}" presName="tx2" presStyleLbl="revTx" presStyleIdx="16" presStyleCnt="21"/>
      <dgm:spPr/>
    </dgm:pt>
    <dgm:pt modelId="{BA168321-C87F-433F-A3C1-07EABDCF91A5}" type="pres">
      <dgm:prSet presAssocID="{77CCA6AA-6DAB-4B35-BB63-50CC5848D130}" presName="vert2" presStyleCnt="0"/>
      <dgm:spPr/>
    </dgm:pt>
    <dgm:pt modelId="{C1811078-A904-4523-9A65-0534432EC8BE}" type="pres">
      <dgm:prSet presAssocID="{77CCA6AA-6DAB-4B35-BB63-50CC5848D130}" presName="thinLine2b" presStyleLbl="callout" presStyleIdx="10" presStyleCnt="14"/>
      <dgm:spPr/>
    </dgm:pt>
    <dgm:pt modelId="{B4586011-38FB-4918-9C8E-38CE1ABE374C}" type="pres">
      <dgm:prSet presAssocID="{77CCA6AA-6DAB-4B35-BB63-50CC5848D130}" presName="vertSpace2b" presStyleCnt="0"/>
      <dgm:spPr/>
    </dgm:pt>
    <dgm:pt modelId="{EA519606-3328-4DB7-9255-14F4E0E94025}" type="pres">
      <dgm:prSet presAssocID="{C95329DE-60C7-4AD3-9568-6CB2123C616C}" presName="horz2" presStyleCnt="0"/>
      <dgm:spPr/>
    </dgm:pt>
    <dgm:pt modelId="{7AD36DAC-E28A-44FB-BFD1-309AE4AD3647}" type="pres">
      <dgm:prSet presAssocID="{C95329DE-60C7-4AD3-9568-6CB2123C616C}" presName="horzSpace2" presStyleCnt="0"/>
      <dgm:spPr/>
    </dgm:pt>
    <dgm:pt modelId="{2B50CAD1-77C7-41AE-8390-EDDA4EB2614B}" type="pres">
      <dgm:prSet presAssocID="{C95329DE-60C7-4AD3-9568-6CB2123C616C}" presName="tx2" presStyleLbl="revTx" presStyleIdx="17" presStyleCnt="21"/>
      <dgm:spPr/>
    </dgm:pt>
    <dgm:pt modelId="{63A24D25-E503-46E0-908E-B327278F0E0C}" type="pres">
      <dgm:prSet presAssocID="{C95329DE-60C7-4AD3-9568-6CB2123C616C}" presName="vert2" presStyleCnt="0"/>
      <dgm:spPr/>
    </dgm:pt>
    <dgm:pt modelId="{C2E98730-7F74-4772-AADE-EF6556FA784B}" type="pres">
      <dgm:prSet presAssocID="{C95329DE-60C7-4AD3-9568-6CB2123C616C}" presName="thinLine2b" presStyleLbl="callout" presStyleIdx="11" presStyleCnt="14"/>
      <dgm:spPr/>
    </dgm:pt>
    <dgm:pt modelId="{DAD30C2E-5816-4248-9862-E4B111AC72EC}" type="pres">
      <dgm:prSet presAssocID="{C95329DE-60C7-4AD3-9568-6CB2123C616C}" presName="vertSpace2b" presStyleCnt="0"/>
      <dgm:spPr/>
    </dgm:pt>
    <dgm:pt modelId="{9FA9CB51-7C1A-4D34-B4A2-4B84E41C3AB4}" type="pres">
      <dgm:prSet presAssocID="{19391FAD-0DBA-4F55-A02A-C16F6841ED0F}" presName="thickLine" presStyleLbl="alignNode1" presStyleIdx="6" presStyleCnt="7"/>
      <dgm:spPr/>
    </dgm:pt>
    <dgm:pt modelId="{81577803-44D2-4AEA-8BF4-EEB117201883}" type="pres">
      <dgm:prSet presAssocID="{19391FAD-0DBA-4F55-A02A-C16F6841ED0F}" presName="horz1" presStyleCnt="0"/>
      <dgm:spPr/>
    </dgm:pt>
    <dgm:pt modelId="{F7597889-D923-41BF-9CA9-93C20E6D2F8A}" type="pres">
      <dgm:prSet presAssocID="{19391FAD-0DBA-4F55-A02A-C16F6841ED0F}" presName="tx1" presStyleLbl="revTx" presStyleIdx="18" presStyleCnt="21"/>
      <dgm:spPr/>
    </dgm:pt>
    <dgm:pt modelId="{329E977A-58DB-405B-8E8E-F15E24F1AA6C}" type="pres">
      <dgm:prSet presAssocID="{19391FAD-0DBA-4F55-A02A-C16F6841ED0F}" presName="vert1" presStyleCnt="0"/>
      <dgm:spPr/>
    </dgm:pt>
    <dgm:pt modelId="{F2A4571F-5FD5-4742-8EC3-F43F65F28716}" type="pres">
      <dgm:prSet presAssocID="{1E55C03F-DDD3-4E53-8E49-2B4710978801}" presName="vertSpace2a" presStyleCnt="0"/>
      <dgm:spPr/>
    </dgm:pt>
    <dgm:pt modelId="{F6551D9D-D012-4037-ACAF-24CD279292C7}" type="pres">
      <dgm:prSet presAssocID="{1E55C03F-DDD3-4E53-8E49-2B4710978801}" presName="horz2" presStyleCnt="0"/>
      <dgm:spPr/>
    </dgm:pt>
    <dgm:pt modelId="{B8A477D4-1F76-4626-824D-5F1BE2697126}" type="pres">
      <dgm:prSet presAssocID="{1E55C03F-DDD3-4E53-8E49-2B4710978801}" presName="horzSpace2" presStyleCnt="0"/>
      <dgm:spPr/>
    </dgm:pt>
    <dgm:pt modelId="{ACA426E4-A2E0-47CA-A375-DF36E3A2F0D9}" type="pres">
      <dgm:prSet presAssocID="{1E55C03F-DDD3-4E53-8E49-2B4710978801}" presName="tx2" presStyleLbl="revTx" presStyleIdx="19" presStyleCnt="21"/>
      <dgm:spPr/>
    </dgm:pt>
    <dgm:pt modelId="{073DDBCA-CCA2-4EE8-982F-69A2107E9F8C}" type="pres">
      <dgm:prSet presAssocID="{1E55C03F-DDD3-4E53-8E49-2B4710978801}" presName="vert2" presStyleCnt="0"/>
      <dgm:spPr/>
    </dgm:pt>
    <dgm:pt modelId="{F662D2DD-AC64-4D17-81AB-C210586FBA9B}" type="pres">
      <dgm:prSet presAssocID="{1E55C03F-DDD3-4E53-8E49-2B4710978801}" presName="thinLine2b" presStyleLbl="callout" presStyleIdx="12" presStyleCnt="14"/>
      <dgm:spPr/>
    </dgm:pt>
    <dgm:pt modelId="{953AE7FB-EB48-4C3A-BA3A-B26F156BF5DA}" type="pres">
      <dgm:prSet presAssocID="{1E55C03F-DDD3-4E53-8E49-2B4710978801}" presName="vertSpace2b" presStyleCnt="0"/>
      <dgm:spPr/>
    </dgm:pt>
    <dgm:pt modelId="{15FD5E93-D8C4-4670-9AF4-0C9B1E60D771}" type="pres">
      <dgm:prSet presAssocID="{712B66D2-44B0-4065-8186-7124EAD5FB9D}" presName="horz2" presStyleCnt="0"/>
      <dgm:spPr/>
    </dgm:pt>
    <dgm:pt modelId="{FE4F939A-294B-4A0F-B694-15B0F28A4416}" type="pres">
      <dgm:prSet presAssocID="{712B66D2-44B0-4065-8186-7124EAD5FB9D}" presName="horzSpace2" presStyleCnt="0"/>
      <dgm:spPr/>
    </dgm:pt>
    <dgm:pt modelId="{2B76563D-4023-453B-A338-831ACD64CE40}" type="pres">
      <dgm:prSet presAssocID="{712B66D2-44B0-4065-8186-7124EAD5FB9D}" presName="tx2" presStyleLbl="revTx" presStyleIdx="20" presStyleCnt="21"/>
      <dgm:spPr/>
    </dgm:pt>
    <dgm:pt modelId="{A0D69B2B-9F11-4CC4-A276-82298086154B}" type="pres">
      <dgm:prSet presAssocID="{712B66D2-44B0-4065-8186-7124EAD5FB9D}" presName="vert2" presStyleCnt="0"/>
      <dgm:spPr/>
    </dgm:pt>
    <dgm:pt modelId="{96249567-5ADC-4B0C-9C96-4583ADA06E2C}" type="pres">
      <dgm:prSet presAssocID="{712B66D2-44B0-4065-8186-7124EAD5FB9D}" presName="thinLine2b" presStyleLbl="callout" presStyleIdx="13" presStyleCnt="14"/>
      <dgm:spPr/>
    </dgm:pt>
    <dgm:pt modelId="{0258343D-3AFB-41BF-982C-ADD311E772A8}" type="pres">
      <dgm:prSet presAssocID="{712B66D2-44B0-4065-8186-7124EAD5FB9D}" presName="vertSpace2b" presStyleCnt="0"/>
      <dgm:spPr/>
    </dgm:pt>
  </dgm:ptLst>
  <dgm:cxnLst>
    <dgm:cxn modelId="{0D58CF0D-2BCD-4241-82F0-4BBDD5FD91CF}" srcId="{23EBF73E-8542-46A8-A0DC-7AE21D8D52BF}" destId="{7F32AC04-D1B3-43D9-9C75-9CD44755C3AF}" srcOrd="0" destOrd="0" parTransId="{59754718-8B1D-4939-A99C-5EDECA5AAAF9}" sibTransId="{2213D1A1-ED5F-4655-8ECE-D5C8EC3428A2}"/>
    <dgm:cxn modelId="{BC8B6713-35C3-4FDC-B47C-851C05204267}" srcId="{57E009BC-25D1-4A18-BB68-AABE4CB5BDD8}" destId="{C95329DE-60C7-4AD3-9568-6CB2123C616C}" srcOrd="1" destOrd="0" parTransId="{B481E2FB-A16B-4DCB-A667-B6C4DE8979CF}" sibTransId="{65515466-247B-4C2E-A666-CECB443C7E30}"/>
    <dgm:cxn modelId="{D6FABD13-880B-4070-8D19-71E6016F9B97}" srcId="{67DB2004-5E5D-4DB8-AA15-08B63A0F81FC}" destId="{DDFC3E55-F008-40CE-8AF6-4E70D876E476}" srcOrd="1" destOrd="0" parTransId="{A8FB42A3-D2D9-4D59-9BCB-45206327A3B2}" sibTransId="{F2E28224-AA50-45C2-8671-20A9614ADB5D}"/>
    <dgm:cxn modelId="{46001F16-885D-4016-BD44-DB5698F3F516}" srcId="{67DB2004-5E5D-4DB8-AA15-08B63A0F81FC}" destId="{EB627C53-C668-4272-8AD2-E7EC57A579DB}" srcOrd="0" destOrd="0" parTransId="{82B0B7B5-AC30-4BB0-9921-BD99087F7143}" sibTransId="{CE20296A-4B8C-4A90-A0B8-37FF9A980B34}"/>
    <dgm:cxn modelId="{ED68C621-67CC-493F-A851-20E8D6DC19AC}" type="presOf" srcId="{99E555F7-4514-4273-968E-03DF6D15855B}" destId="{309E7CC1-64D6-4854-8F71-CA5FA08AD54C}" srcOrd="0" destOrd="0" presId="urn:microsoft.com/office/officeart/2008/layout/LinedList"/>
    <dgm:cxn modelId="{93507031-C615-4C27-B7CA-9C72CDFAEE02}" type="presOf" srcId="{538A36F9-4DA3-4235-9CC1-8304C46B418E}" destId="{C63A43A9-63E0-4AA8-B9DC-C7BA71487AC0}" srcOrd="0" destOrd="0" presId="urn:microsoft.com/office/officeart/2008/layout/LinedList"/>
    <dgm:cxn modelId="{D76B4735-E6CE-4279-8EA2-05F14FB0D3EB}" type="presOf" srcId="{19391FAD-0DBA-4F55-A02A-C16F6841ED0F}" destId="{F7597889-D923-41BF-9CA9-93C20E6D2F8A}" srcOrd="0" destOrd="0" presId="urn:microsoft.com/office/officeart/2008/layout/LinedList"/>
    <dgm:cxn modelId="{21D0673C-17D4-4552-9367-D0EEB6302EF0}" type="presOf" srcId="{B68EE546-1AD1-4EBB-BB99-A94A232766A1}" destId="{34CBE883-32AD-4D35-BFC3-07863EB1D6DC}" srcOrd="0" destOrd="0" presId="urn:microsoft.com/office/officeart/2008/layout/LinedList"/>
    <dgm:cxn modelId="{552A1E60-DDDB-4D0D-97C1-633B0B66E0B3}" srcId="{23EBF73E-8542-46A8-A0DC-7AE21D8D52BF}" destId="{F82C6467-47B3-4F93-BE81-20E6895FB6E0}" srcOrd="1" destOrd="0" parTransId="{FF4C8923-DCFA-40D6-83F9-3B544F751991}" sibTransId="{8D85C06A-43F0-4961-986B-C16C6B58F189}"/>
    <dgm:cxn modelId="{80E2DC64-14F5-4A56-A5BA-8B79162311A1}" srcId="{F82C6467-47B3-4F93-BE81-20E6895FB6E0}" destId="{C183D53E-D4AA-4698-B712-2E3C308EFDD0}" srcOrd="1" destOrd="0" parTransId="{08A64F9D-5FC7-4A9A-8104-E349900AB397}" sibTransId="{82FD5493-4AFB-42B0-878B-DFF6D90BBFAB}"/>
    <dgm:cxn modelId="{F69A7B46-1DF8-4497-B46B-5122A68DE884}" srcId="{B68EE546-1AD1-4EBB-BB99-A94A232766A1}" destId="{A2C46ED2-CE71-4BEF-8845-BF0B35C7F3FE}" srcOrd="1" destOrd="0" parTransId="{18965953-6EE9-45F7-86DD-953B727C6E53}" sibTransId="{6407E230-AC12-46E7-A13D-08C75520A39D}"/>
    <dgm:cxn modelId="{FA417248-5C97-4429-8A06-F9D33F7A3761}" type="presOf" srcId="{F82C6467-47B3-4F93-BE81-20E6895FB6E0}" destId="{08C517D8-1492-4C43-8EB1-6B1651A61B22}" srcOrd="0" destOrd="0" presId="urn:microsoft.com/office/officeart/2008/layout/LinedList"/>
    <dgm:cxn modelId="{4D33094A-52A9-41B8-99A9-1C684881C37A}" srcId="{B68EE546-1AD1-4EBB-BB99-A94A232766A1}" destId="{7AEFF079-CBFD-4879-92B5-DCAFC43F1D73}" srcOrd="0" destOrd="0" parTransId="{DCC3DB09-83EB-4BC0-A31A-5A903DC88125}" sibTransId="{BD0D4908-C3DB-4561-B638-A682C5AD84F5}"/>
    <dgm:cxn modelId="{A09F8878-9D7F-4180-A7E0-DB7A8D8C0EED}" srcId="{19391FAD-0DBA-4F55-A02A-C16F6841ED0F}" destId="{712B66D2-44B0-4065-8186-7124EAD5FB9D}" srcOrd="1" destOrd="0" parTransId="{3ED94816-C3A1-46F6-ACDE-8772B8EB57CC}" sibTransId="{979A7F06-7758-4C71-9B13-83336E8ACD0C}"/>
    <dgm:cxn modelId="{2468077C-74C4-4CE5-A401-765B89C0EBE6}" srcId="{23EBF73E-8542-46A8-A0DC-7AE21D8D52BF}" destId="{57E009BC-25D1-4A18-BB68-AABE4CB5BDD8}" srcOrd="5" destOrd="0" parTransId="{6BC4AD1D-269D-4612-AAD8-48E2C5D1AD55}" sibTransId="{6F95FC75-214E-42CE-9571-D3A5DD45079C}"/>
    <dgm:cxn modelId="{9CE26A7F-86AF-45AC-8AB4-7061C7C5E6B1}" srcId="{7F32AC04-D1B3-43D9-9C75-9CD44755C3AF}" destId="{E1D7172F-D302-4A27-8C0E-3D6880AA987E}" srcOrd="0" destOrd="0" parTransId="{1BF97F41-5675-4F22-8E8B-4016E4C0C1F2}" sibTransId="{3C27DAE2-D6A8-413A-AC90-53F247A12B44}"/>
    <dgm:cxn modelId="{439B1481-A617-4FDF-AC48-38D7D95FC29C}" srcId="{23EBF73E-8542-46A8-A0DC-7AE21D8D52BF}" destId="{19391FAD-0DBA-4F55-A02A-C16F6841ED0F}" srcOrd="6" destOrd="0" parTransId="{452E8F1E-4F5B-48D0-A34B-941A2173DF4B}" sibTransId="{52B96171-0AC2-4167-B2FD-B8A0E738BBAB}"/>
    <dgm:cxn modelId="{BBB1AA88-61D4-4A5A-8BDB-FA64C0A4571C}" type="presOf" srcId="{C95329DE-60C7-4AD3-9568-6CB2123C616C}" destId="{2B50CAD1-77C7-41AE-8390-EDDA4EB2614B}" srcOrd="0" destOrd="0" presId="urn:microsoft.com/office/officeart/2008/layout/LinedList"/>
    <dgm:cxn modelId="{5851DF8A-89BF-4188-A093-4C8EBC86EAD6}" type="presOf" srcId="{23EBF73E-8542-46A8-A0DC-7AE21D8D52BF}" destId="{F1043835-D52E-4DD2-93DF-947AF64D3861}" srcOrd="0" destOrd="0" presId="urn:microsoft.com/office/officeart/2008/layout/LinedList"/>
    <dgm:cxn modelId="{B5EB83A3-25AC-4966-8EEC-9A8A87E94093}" type="presOf" srcId="{E1D7172F-D302-4A27-8C0E-3D6880AA987E}" destId="{C3720052-8082-4A72-A537-0130F3BFF203}" srcOrd="0" destOrd="0" presId="urn:microsoft.com/office/officeart/2008/layout/LinedList"/>
    <dgm:cxn modelId="{162715A4-AEFD-4BF1-8DB5-D312824AC5F0}" type="presOf" srcId="{7F32AC04-D1B3-43D9-9C75-9CD44755C3AF}" destId="{89C82D84-A743-4392-8353-D359E3857B99}" srcOrd="0" destOrd="0" presId="urn:microsoft.com/office/officeart/2008/layout/LinedList"/>
    <dgm:cxn modelId="{4326D5AF-D19E-4490-A24C-CE495D66623B}" type="presOf" srcId="{712B66D2-44B0-4065-8186-7124EAD5FB9D}" destId="{2B76563D-4023-453B-A338-831ACD64CE40}" srcOrd="0" destOrd="0" presId="urn:microsoft.com/office/officeart/2008/layout/LinedList"/>
    <dgm:cxn modelId="{A5ADBAB3-DE3C-429D-8463-2FC6559FFD46}" srcId="{57E009BC-25D1-4A18-BB68-AABE4CB5BDD8}" destId="{77CCA6AA-6DAB-4B35-BB63-50CC5848D130}" srcOrd="0" destOrd="0" parTransId="{8F1ABAF6-E143-48DD-AF7C-C45C71D16321}" sibTransId="{5F001DB8-2CB3-4154-95DA-652CBE3C9579}"/>
    <dgm:cxn modelId="{56EBF4B5-4465-47A2-AABE-0B2DFE366F83}" type="presOf" srcId="{57E009BC-25D1-4A18-BB68-AABE4CB5BDD8}" destId="{50191A2F-1B01-40D1-9F7E-05E39654F8D6}" srcOrd="0" destOrd="0" presId="urn:microsoft.com/office/officeart/2008/layout/LinedList"/>
    <dgm:cxn modelId="{95055FB9-2266-4006-BF8F-56BB6937BF90}" type="presOf" srcId="{016DB5F0-B549-45B7-90A2-A9B746206AB1}" destId="{E6784DDE-7BEE-4266-960A-9195FADF7842}" srcOrd="0" destOrd="0" presId="urn:microsoft.com/office/officeart/2008/layout/LinedList"/>
    <dgm:cxn modelId="{9E401FBA-580E-493A-B5CA-9D8B0209601C}" srcId="{016DB5F0-B549-45B7-90A2-A9B746206AB1}" destId="{85A86319-215A-479F-9876-9D56F3C73458}" srcOrd="0" destOrd="0" parTransId="{7EB799A8-1177-47C1-AE0A-0B2AC18C7954}" sibTransId="{095393DC-D489-409F-9D4D-CCE7300CE553}"/>
    <dgm:cxn modelId="{CEAA2EBE-2D3C-4AC1-8A45-E90AD455CDB4}" type="presOf" srcId="{77CCA6AA-6DAB-4B35-BB63-50CC5848D130}" destId="{2880BD18-32C6-4713-AC94-60974FB0F875}" srcOrd="0" destOrd="0" presId="urn:microsoft.com/office/officeart/2008/layout/LinedList"/>
    <dgm:cxn modelId="{C4F7B1BE-DA40-41FE-9C28-93128AEA9A6F}" type="presOf" srcId="{7AEFF079-CBFD-4879-92B5-DCAFC43F1D73}" destId="{77FECE80-CD5D-45CD-9BDE-36F62B734426}" srcOrd="0" destOrd="0" presId="urn:microsoft.com/office/officeart/2008/layout/LinedList"/>
    <dgm:cxn modelId="{4F3B62BF-AB31-4456-81F5-5A72B8CBE90A}" type="presOf" srcId="{C183D53E-D4AA-4698-B712-2E3C308EFDD0}" destId="{3317664E-D09B-40CF-B60D-981658351CC3}" srcOrd="0" destOrd="0" presId="urn:microsoft.com/office/officeart/2008/layout/LinedList"/>
    <dgm:cxn modelId="{42F7B4BF-8ABA-468A-8845-C257F4528272}" srcId="{F82C6467-47B3-4F93-BE81-20E6895FB6E0}" destId="{99E555F7-4514-4273-968E-03DF6D15855B}" srcOrd="0" destOrd="0" parTransId="{CF5F56D1-9E10-44AB-B966-2185BDC58357}" sibTransId="{B9D633E1-CD23-46F3-AFE7-FF3697E4B7C5}"/>
    <dgm:cxn modelId="{EDEEE9C2-F900-4647-B7BD-535167C2D7D5}" srcId="{016DB5F0-B549-45B7-90A2-A9B746206AB1}" destId="{DEB36273-B12D-43EF-83B3-8240E1C5AD59}" srcOrd="1" destOrd="0" parTransId="{E7475743-2890-4B9C-9F69-3EB542CC08E4}" sibTransId="{57D3FB31-36A9-4E88-BEF8-0D6B9EDD2D9A}"/>
    <dgm:cxn modelId="{EA3CD8C5-0AD0-45BB-B56D-49EC5BEFD024}" srcId="{23EBF73E-8542-46A8-A0DC-7AE21D8D52BF}" destId="{016DB5F0-B549-45B7-90A2-A9B746206AB1}" srcOrd="3" destOrd="0" parTransId="{32FA45DC-452B-467C-AB89-C01A2E12B57D}" sibTransId="{27CE539F-C81E-4574-AC45-1D1C85BE3DCB}"/>
    <dgm:cxn modelId="{59FAF1C5-D1E1-4370-A920-5B0BB5517183}" type="presOf" srcId="{EB627C53-C668-4272-8AD2-E7EC57A579DB}" destId="{69CFC044-3C0F-4761-9DB3-7AA989810326}" srcOrd="0" destOrd="0" presId="urn:microsoft.com/office/officeart/2008/layout/LinedList"/>
    <dgm:cxn modelId="{2AEF9CC6-ED23-4B0C-8DD0-27FC6476154A}" type="presOf" srcId="{67DB2004-5E5D-4DB8-AA15-08B63A0F81FC}" destId="{8657A243-5A21-4BDE-B5B5-81AB9B684A41}" srcOrd="0" destOrd="0" presId="urn:microsoft.com/office/officeart/2008/layout/LinedList"/>
    <dgm:cxn modelId="{C54684C8-4694-46DC-AD1F-AAE32ED2884B}" type="presOf" srcId="{DEB36273-B12D-43EF-83B3-8240E1C5AD59}" destId="{95D504CC-D891-4E87-A59E-9DC0957D1398}" srcOrd="0" destOrd="0" presId="urn:microsoft.com/office/officeart/2008/layout/LinedList"/>
    <dgm:cxn modelId="{6EE9D4D9-FE37-41BC-B4BC-DD478B742168}" type="presOf" srcId="{1E55C03F-DDD3-4E53-8E49-2B4710978801}" destId="{ACA426E4-A2E0-47CA-A375-DF36E3A2F0D9}" srcOrd="0" destOrd="0" presId="urn:microsoft.com/office/officeart/2008/layout/LinedList"/>
    <dgm:cxn modelId="{66A048DF-73DD-46BA-9D2B-DC33FDADF687}" type="presOf" srcId="{A2C46ED2-CE71-4BEF-8845-BF0B35C7F3FE}" destId="{87B5CA84-75DC-4FD4-926F-093C8102AF1A}" srcOrd="0" destOrd="0" presId="urn:microsoft.com/office/officeart/2008/layout/LinedList"/>
    <dgm:cxn modelId="{4EA055DF-9E68-4912-99F9-CE4E8EB758B5}" srcId="{23EBF73E-8542-46A8-A0DC-7AE21D8D52BF}" destId="{B68EE546-1AD1-4EBB-BB99-A94A232766A1}" srcOrd="4" destOrd="0" parTransId="{08962568-6D18-45BA-99CF-747FDF5A88E7}" sibTransId="{6C257DB6-93AB-41E8-91CF-9335420995FF}"/>
    <dgm:cxn modelId="{31BA38E8-39BD-4E25-B28F-CD9BE913AFA2}" srcId="{19391FAD-0DBA-4F55-A02A-C16F6841ED0F}" destId="{1E55C03F-DDD3-4E53-8E49-2B4710978801}" srcOrd="0" destOrd="0" parTransId="{83E719C6-E97D-46C3-958B-A1B302675A67}" sibTransId="{E72C2CC8-6A13-4D8D-BFC5-A1BF1CE914E0}"/>
    <dgm:cxn modelId="{423CC7EC-99AC-483B-9F0C-F33FC4CA6F26}" srcId="{7F32AC04-D1B3-43D9-9C75-9CD44755C3AF}" destId="{538A36F9-4DA3-4235-9CC1-8304C46B418E}" srcOrd="1" destOrd="0" parTransId="{3251B445-EB00-48F2-AAB6-A7982526FED6}" sibTransId="{2D0EF111-5446-4FB2-8C79-03C69032DDBD}"/>
    <dgm:cxn modelId="{18F5C7F2-080F-4F3D-BCAA-7182C40E46FC}" type="presOf" srcId="{DDFC3E55-F008-40CE-8AF6-4E70D876E476}" destId="{9E82FC84-09D5-46CF-9C82-08AD15DD4529}" srcOrd="0" destOrd="0" presId="urn:microsoft.com/office/officeart/2008/layout/LinedList"/>
    <dgm:cxn modelId="{0A8C8CF5-8A67-4EFF-B87C-1A1894F35A29}" srcId="{23EBF73E-8542-46A8-A0DC-7AE21D8D52BF}" destId="{67DB2004-5E5D-4DB8-AA15-08B63A0F81FC}" srcOrd="2" destOrd="0" parTransId="{F48D06BC-4839-4750-93CF-66873729FA38}" sibTransId="{85CD5C4F-185F-4AAA-A624-38512B3B90C1}"/>
    <dgm:cxn modelId="{1EDF49F7-C209-4DB8-B297-F7BFF48BA2C3}" type="presOf" srcId="{85A86319-215A-479F-9876-9D56F3C73458}" destId="{73A11E5B-AED8-4488-B927-A3F4FB1D3A75}" srcOrd="0" destOrd="0" presId="urn:microsoft.com/office/officeart/2008/layout/LinedList"/>
    <dgm:cxn modelId="{877775F4-6354-448F-96E5-9B08BE3E5931}" type="presParOf" srcId="{F1043835-D52E-4DD2-93DF-947AF64D3861}" destId="{776107CE-9076-4B8B-86E4-377B9D4E15A1}" srcOrd="0" destOrd="0" presId="urn:microsoft.com/office/officeart/2008/layout/LinedList"/>
    <dgm:cxn modelId="{FCFBE0BF-DDA4-4D24-811E-6F60C35D180F}" type="presParOf" srcId="{F1043835-D52E-4DD2-93DF-947AF64D3861}" destId="{ADB1AFA1-BB7B-40A2-8382-5730DE63F23B}" srcOrd="1" destOrd="0" presId="urn:microsoft.com/office/officeart/2008/layout/LinedList"/>
    <dgm:cxn modelId="{9D8582CE-0D24-40A9-86DD-57205C2F34C5}" type="presParOf" srcId="{ADB1AFA1-BB7B-40A2-8382-5730DE63F23B}" destId="{89C82D84-A743-4392-8353-D359E3857B99}" srcOrd="0" destOrd="0" presId="urn:microsoft.com/office/officeart/2008/layout/LinedList"/>
    <dgm:cxn modelId="{B7B8AE85-2528-46A0-82F0-FCB7C46B969D}" type="presParOf" srcId="{ADB1AFA1-BB7B-40A2-8382-5730DE63F23B}" destId="{7AD58E82-4756-40E3-9892-F81D4157D6AD}" srcOrd="1" destOrd="0" presId="urn:microsoft.com/office/officeart/2008/layout/LinedList"/>
    <dgm:cxn modelId="{E895E73C-E0AE-4C11-BAEF-13560F6FCF8D}" type="presParOf" srcId="{7AD58E82-4756-40E3-9892-F81D4157D6AD}" destId="{9892E443-0BBC-4338-809D-42886CA3E23E}" srcOrd="0" destOrd="0" presId="urn:microsoft.com/office/officeart/2008/layout/LinedList"/>
    <dgm:cxn modelId="{33926B28-C766-49BE-9D51-F4A2027494C2}" type="presParOf" srcId="{7AD58E82-4756-40E3-9892-F81D4157D6AD}" destId="{C999AA64-09E8-4017-B6BD-28076DA02008}" srcOrd="1" destOrd="0" presId="urn:microsoft.com/office/officeart/2008/layout/LinedList"/>
    <dgm:cxn modelId="{1470B1A7-1D07-4E80-9CBB-CDE736B59D0B}" type="presParOf" srcId="{C999AA64-09E8-4017-B6BD-28076DA02008}" destId="{38CE1045-C53B-448F-A8B9-6D4CAB0E4AFE}" srcOrd="0" destOrd="0" presId="urn:microsoft.com/office/officeart/2008/layout/LinedList"/>
    <dgm:cxn modelId="{847AC83B-24DB-4F79-A053-6EBBD44CDFE8}" type="presParOf" srcId="{C999AA64-09E8-4017-B6BD-28076DA02008}" destId="{C3720052-8082-4A72-A537-0130F3BFF203}" srcOrd="1" destOrd="0" presId="urn:microsoft.com/office/officeart/2008/layout/LinedList"/>
    <dgm:cxn modelId="{6A4A0CBA-EDBF-49C8-82CA-5B63354E7049}" type="presParOf" srcId="{C999AA64-09E8-4017-B6BD-28076DA02008}" destId="{40547BD0-08DB-446F-93E2-A2747CE424B7}" srcOrd="2" destOrd="0" presId="urn:microsoft.com/office/officeart/2008/layout/LinedList"/>
    <dgm:cxn modelId="{2BCE6EBD-9DDF-46C8-B1F7-5F8B5643F273}" type="presParOf" srcId="{7AD58E82-4756-40E3-9892-F81D4157D6AD}" destId="{80F581F6-3C55-4786-85C7-FD590EF4F3E3}" srcOrd="2" destOrd="0" presId="urn:microsoft.com/office/officeart/2008/layout/LinedList"/>
    <dgm:cxn modelId="{26DF326C-8CEA-4295-A372-24AC0F435940}" type="presParOf" srcId="{7AD58E82-4756-40E3-9892-F81D4157D6AD}" destId="{F9A8B2CF-219A-42E1-B7AF-47B3DCF10D75}" srcOrd="3" destOrd="0" presId="urn:microsoft.com/office/officeart/2008/layout/LinedList"/>
    <dgm:cxn modelId="{714E6465-579E-4F57-80F4-310464A0FC22}" type="presParOf" srcId="{7AD58E82-4756-40E3-9892-F81D4157D6AD}" destId="{88B88C32-9799-448C-AD33-C65174226695}" srcOrd="4" destOrd="0" presId="urn:microsoft.com/office/officeart/2008/layout/LinedList"/>
    <dgm:cxn modelId="{611525B4-E59D-4916-882B-94632FE191F9}" type="presParOf" srcId="{88B88C32-9799-448C-AD33-C65174226695}" destId="{E1828353-A49E-4DF0-996A-2294FBBC298D}" srcOrd="0" destOrd="0" presId="urn:microsoft.com/office/officeart/2008/layout/LinedList"/>
    <dgm:cxn modelId="{8CB035FC-90CF-4D93-B236-CD3C6C21DFDE}" type="presParOf" srcId="{88B88C32-9799-448C-AD33-C65174226695}" destId="{C63A43A9-63E0-4AA8-B9DC-C7BA71487AC0}" srcOrd="1" destOrd="0" presId="urn:microsoft.com/office/officeart/2008/layout/LinedList"/>
    <dgm:cxn modelId="{67A63019-FEC9-4385-9F6F-E61AAE27A96D}" type="presParOf" srcId="{88B88C32-9799-448C-AD33-C65174226695}" destId="{7998BC1A-ABEE-4AA2-97D4-36FA3D26750F}" srcOrd="2" destOrd="0" presId="urn:microsoft.com/office/officeart/2008/layout/LinedList"/>
    <dgm:cxn modelId="{D5BD63FD-19D1-4984-A51D-FEF89D530E7B}" type="presParOf" srcId="{7AD58E82-4756-40E3-9892-F81D4157D6AD}" destId="{FDBAA417-A923-4032-A553-09D0C8993CD3}" srcOrd="5" destOrd="0" presId="urn:microsoft.com/office/officeart/2008/layout/LinedList"/>
    <dgm:cxn modelId="{62245CB4-DAAF-4974-9694-082B9676FD6E}" type="presParOf" srcId="{7AD58E82-4756-40E3-9892-F81D4157D6AD}" destId="{B475A6FF-E605-453A-899E-62AB77341206}" srcOrd="6" destOrd="0" presId="urn:microsoft.com/office/officeart/2008/layout/LinedList"/>
    <dgm:cxn modelId="{DEE65354-C982-4284-9BA6-9F819DC371EF}" type="presParOf" srcId="{F1043835-D52E-4DD2-93DF-947AF64D3861}" destId="{F72AF178-6C7F-4FF4-B37E-7D54540C44E8}" srcOrd="2" destOrd="0" presId="urn:microsoft.com/office/officeart/2008/layout/LinedList"/>
    <dgm:cxn modelId="{F04A77C5-1CFA-4213-94FE-F9AFE9A34F7E}" type="presParOf" srcId="{F1043835-D52E-4DD2-93DF-947AF64D3861}" destId="{63BDB373-74A6-43DC-B812-B26EEDA3A05E}" srcOrd="3" destOrd="0" presId="urn:microsoft.com/office/officeart/2008/layout/LinedList"/>
    <dgm:cxn modelId="{3EA88394-BD6E-4CEE-AD50-EB0C642BB20E}" type="presParOf" srcId="{63BDB373-74A6-43DC-B812-B26EEDA3A05E}" destId="{08C517D8-1492-4C43-8EB1-6B1651A61B22}" srcOrd="0" destOrd="0" presId="urn:microsoft.com/office/officeart/2008/layout/LinedList"/>
    <dgm:cxn modelId="{0F5CC31A-1C60-4883-86F1-F64436A95161}" type="presParOf" srcId="{63BDB373-74A6-43DC-B812-B26EEDA3A05E}" destId="{74E6FC7D-45E8-4CF6-9307-D5DC4D7D9398}" srcOrd="1" destOrd="0" presId="urn:microsoft.com/office/officeart/2008/layout/LinedList"/>
    <dgm:cxn modelId="{DF268E6E-40CE-45A9-A9DA-A37EB901F473}" type="presParOf" srcId="{74E6FC7D-45E8-4CF6-9307-D5DC4D7D9398}" destId="{2B0B3803-B932-4B59-9C08-F886EBD5F016}" srcOrd="0" destOrd="0" presId="urn:microsoft.com/office/officeart/2008/layout/LinedList"/>
    <dgm:cxn modelId="{D61566CE-0291-4E00-BB89-EC69CD4CDD24}" type="presParOf" srcId="{74E6FC7D-45E8-4CF6-9307-D5DC4D7D9398}" destId="{F4FF5F64-6E96-4E8A-88C1-A8A96B19EC5F}" srcOrd="1" destOrd="0" presId="urn:microsoft.com/office/officeart/2008/layout/LinedList"/>
    <dgm:cxn modelId="{623DE215-1DC1-4219-BB93-957F6CFB34B8}" type="presParOf" srcId="{F4FF5F64-6E96-4E8A-88C1-A8A96B19EC5F}" destId="{6D4E85CE-3AB9-45C1-AA56-39F6AC4497C8}" srcOrd="0" destOrd="0" presId="urn:microsoft.com/office/officeart/2008/layout/LinedList"/>
    <dgm:cxn modelId="{4F969546-8A2E-45F5-B9B7-9409792FF75C}" type="presParOf" srcId="{F4FF5F64-6E96-4E8A-88C1-A8A96B19EC5F}" destId="{309E7CC1-64D6-4854-8F71-CA5FA08AD54C}" srcOrd="1" destOrd="0" presId="urn:microsoft.com/office/officeart/2008/layout/LinedList"/>
    <dgm:cxn modelId="{CDC2AA3D-8C31-4D2E-B218-2B22B9D126D9}" type="presParOf" srcId="{F4FF5F64-6E96-4E8A-88C1-A8A96B19EC5F}" destId="{668ECCBA-66A2-44E3-98D3-B695875E3FC7}" srcOrd="2" destOrd="0" presId="urn:microsoft.com/office/officeart/2008/layout/LinedList"/>
    <dgm:cxn modelId="{73AAF164-54A2-4367-B48E-54D6536E7E3F}" type="presParOf" srcId="{74E6FC7D-45E8-4CF6-9307-D5DC4D7D9398}" destId="{A2F0E71E-C9AE-4DEF-95D8-7D4BB498F885}" srcOrd="2" destOrd="0" presId="urn:microsoft.com/office/officeart/2008/layout/LinedList"/>
    <dgm:cxn modelId="{2C92BF26-6608-423E-B504-B6D30CF19C05}" type="presParOf" srcId="{74E6FC7D-45E8-4CF6-9307-D5DC4D7D9398}" destId="{107A74EE-214C-4E4F-B47E-2E713C0BBF6D}" srcOrd="3" destOrd="0" presId="urn:microsoft.com/office/officeart/2008/layout/LinedList"/>
    <dgm:cxn modelId="{5BE50946-B17C-47B1-BDBD-068214E7E35E}" type="presParOf" srcId="{74E6FC7D-45E8-4CF6-9307-D5DC4D7D9398}" destId="{2DB2DB72-4D28-441E-93CA-AE363F851E02}" srcOrd="4" destOrd="0" presId="urn:microsoft.com/office/officeart/2008/layout/LinedList"/>
    <dgm:cxn modelId="{7CBD2610-454D-4E80-BF90-E3E855F2EC8E}" type="presParOf" srcId="{2DB2DB72-4D28-441E-93CA-AE363F851E02}" destId="{6D4F1A47-D506-4916-9B9A-BE8DD87E7EDA}" srcOrd="0" destOrd="0" presId="urn:microsoft.com/office/officeart/2008/layout/LinedList"/>
    <dgm:cxn modelId="{7F444DD8-1BC8-4CB5-B2CE-14BCDE54164B}" type="presParOf" srcId="{2DB2DB72-4D28-441E-93CA-AE363F851E02}" destId="{3317664E-D09B-40CF-B60D-981658351CC3}" srcOrd="1" destOrd="0" presId="urn:microsoft.com/office/officeart/2008/layout/LinedList"/>
    <dgm:cxn modelId="{E7D08B93-CB19-4140-A0B7-139BE49F862C}" type="presParOf" srcId="{2DB2DB72-4D28-441E-93CA-AE363F851E02}" destId="{DA922FD0-7454-4A43-80FE-AFA1D5F030F7}" srcOrd="2" destOrd="0" presId="urn:microsoft.com/office/officeart/2008/layout/LinedList"/>
    <dgm:cxn modelId="{1123B0E3-6981-4E69-8528-6A4FCBB0476F}" type="presParOf" srcId="{74E6FC7D-45E8-4CF6-9307-D5DC4D7D9398}" destId="{162AFEF8-EA00-4732-A019-AACE94A02D70}" srcOrd="5" destOrd="0" presId="urn:microsoft.com/office/officeart/2008/layout/LinedList"/>
    <dgm:cxn modelId="{54AFF21E-6B03-43BF-90FF-5B1BF9215264}" type="presParOf" srcId="{74E6FC7D-45E8-4CF6-9307-D5DC4D7D9398}" destId="{25CCB085-E54B-4835-82E0-2FDB6DD77D5B}" srcOrd="6" destOrd="0" presId="urn:microsoft.com/office/officeart/2008/layout/LinedList"/>
    <dgm:cxn modelId="{90A78405-7E13-4CC0-9A51-95B65886734B}" type="presParOf" srcId="{F1043835-D52E-4DD2-93DF-947AF64D3861}" destId="{48624E6B-46E7-4305-9F6D-26568C99E544}" srcOrd="4" destOrd="0" presId="urn:microsoft.com/office/officeart/2008/layout/LinedList"/>
    <dgm:cxn modelId="{1BD83D0E-C737-4CF9-BAF4-2D45A17887E6}" type="presParOf" srcId="{F1043835-D52E-4DD2-93DF-947AF64D3861}" destId="{F2FA4160-EE15-440F-8C9C-B9D1FEEC47F5}" srcOrd="5" destOrd="0" presId="urn:microsoft.com/office/officeart/2008/layout/LinedList"/>
    <dgm:cxn modelId="{D0D8FB69-D1BB-430A-83E7-C21F47D3938E}" type="presParOf" srcId="{F2FA4160-EE15-440F-8C9C-B9D1FEEC47F5}" destId="{8657A243-5A21-4BDE-B5B5-81AB9B684A41}" srcOrd="0" destOrd="0" presId="urn:microsoft.com/office/officeart/2008/layout/LinedList"/>
    <dgm:cxn modelId="{9DA73BC7-61B6-4612-849F-BB80696A1AF7}" type="presParOf" srcId="{F2FA4160-EE15-440F-8C9C-B9D1FEEC47F5}" destId="{DDD4FBA6-0973-401A-AF93-27A9E27DE17F}" srcOrd="1" destOrd="0" presId="urn:microsoft.com/office/officeart/2008/layout/LinedList"/>
    <dgm:cxn modelId="{76190265-6614-455C-9F30-4E7586D81EFA}" type="presParOf" srcId="{DDD4FBA6-0973-401A-AF93-27A9E27DE17F}" destId="{C11DF842-843A-401E-BD12-7373E328568A}" srcOrd="0" destOrd="0" presId="urn:microsoft.com/office/officeart/2008/layout/LinedList"/>
    <dgm:cxn modelId="{0EBFC617-F58C-4EE5-9A7F-2E38E1A9A821}" type="presParOf" srcId="{DDD4FBA6-0973-401A-AF93-27A9E27DE17F}" destId="{5AA333B0-88B9-477F-AF2D-B8E08609EC97}" srcOrd="1" destOrd="0" presId="urn:microsoft.com/office/officeart/2008/layout/LinedList"/>
    <dgm:cxn modelId="{76D2DBCF-7AA7-49C7-85A4-F85D84B057C0}" type="presParOf" srcId="{5AA333B0-88B9-477F-AF2D-B8E08609EC97}" destId="{7073BB4B-A327-4B87-AA3B-3CD37C90DD16}" srcOrd="0" destOrd="0" presId="urn:microsoft.com/office/officeart/2008/layout/LinedList"/>
    <dgm:cxn modelId="{981420B1-0C0F-4BAF-8883-68918B6BEB0B}" type="presParOf" srcId="{5AA333B0-88B9-477F-AF2D-B8E08609EC97}" destId="{69CFC044-3C0F-4761-9DB3-7AA989810326}" srcOrd="1" destOrd="0" presId="urn:microsoft.com/office/officeart/2008/layout/LinedList"/>
    <dgm:cxn modelId="{2A770732-D61E-42D7-BA1E-17757B0F414F}" type="presParOf" srcId="{5AA333B0-88B9-477F-AF2D-B8E08609EC97}" destId="{87BE6B42-F873-45AF-9AE4-04383F688A09}" srcOrd="2" destOrd="0" presId="urn:microsoft.com/office/officeart/2008/layout/LinedList"/>
    <dgm:cxn modelId="{0E3C3F08-1E62-4A84-8D33-B22B3857AEC6}" type="presParOf" srcId="{DDD4FBA6-0973-401A-AF93-27A9E27DE17F}" destId="{925C4CD9-1844-4237-8AD5-A8A7BE9E8187}" srcOrd="2" destOrd="0" presId="urn:microsoft.com/office/officeart/2008/layout/LinedList"/>
    <dgm:cxn modelId="{EE0AE993-B9B4-4ACD-813F-C43CAED16343}" type="presParOf" srcId="{DDD4FBA6-0973-401A-AF93-27A9E27DE17F}" destId="{F079C884-038E-45E4-B820-E846B85E4FE3}" srcOrd="3" destOrd="0" presId="urn:microsoft.com/office/officeart/2008/layout/LinedList"/>
    <dgm:cxn modelId="{2A045BCA-DBED-42B7-9584-CD38388580E8}" type="presParOf" srcId="{DDD4FBA6-0973-401A-AF93-27A9E27DE17F}" destId="{F9C14DD5-46A1-4AFB-BE5E-39E7F7060E67}" srcOrd="4" destOrd="0" presId="urn:microsoft.com/office/officeart/2008/layout/LinedList"/>
    <dgm:cxn modelId="{E352D064-DFD1-4D9C-8186-050D2F3763D9}" type="presParOf" srcId="{F9C14DD5-46A1-4AFB-BE5E-39E7F7060E67}" destId="{E7160D58-CA4B-4F8D-A25A-C48FBAEBD5BA}" srcOrd="0" destOrd="0" presId="urn:microsoft.com/office/officeart/2008/layout/LinedList"/>
    <dgm:cxn modelId="{F72B5034-DCFC-485F-9D77-940730C86C79}" type="presParOf" srcId="{F9C14DD5-46A1-4AFB-BE5E-39E7F7060E67}" destId="{9E82FC84-09D5-46CF-9C82-08AD15DD4529}" srcOrd="1" destOrd="0" presId="urn:microsoft.com/office/officeart/2008/layout/LinedList"/>
    <dgm:cxn modelId="{FA21FF94-AB3F-4453-8149-03AD7E32A5B2}" type="presParOf" srcId="{F9C14DD5-46A1-4AFB-BE5E-39E7F7060E67}" destId="{2014E72A-5EA5-4A3F-8AB9-0F94F8720D6C}" srcOrd="2" destOrd="0" presId="urn:microsoft.com/office/officeart/2008/layout/LinedList"/>
    <dgm:cxn modelId="{E20DEBC2-E562-4F11-B093-289EDE521C57}" type="presParOf" srcId="{DDD4FBA6-0973-401A-AF93-27A9E27DE17F}" destId="{67F25CD6-1F97-4CAE-8920-92E86F133830}" srcOrd="5" destOrd="0" presId="urn:microsoft.com/office/officeart/2008/layout/LinedList"/>
    <dgm:cxn modelId="{B60CC23B-B406-4C0E-818F-B1E475706641}" type="presParOf" srcId="{DDD4FBA6-0973-401A-AF93-27A9E27DE17F}" destId="{493AEA43-BF70-4642-86A2-DA37F1B9DEAC}" srcOrd="6" destOrd="0" presId="urn:microsoft.com/office/officeart/2008/layout/LinedList"/>
    <dgm:cxn modelId="{2B445C92-D257-49A1-8218-807E2A958A10}" type="presParOf" srcId="{F1043835-D52E-4DD2-93DF-947AF64D3861}" destId="{38289665-93BC-4D29-8789-1A6856E5FCA5}" srcOrd="6" destOrd="0" presId="urn:microsoft.com/office/officeart/2008/layout/LinedList"/>
    <dgm:cxn modelId="{11583120-2E3E-45AC-9FC0-E2FD8CD8353E}" type="presParOf" srcId="{F1043835-D52E-4DD2-93DF-947AF64D3861}" destId="{3F207223-7581-4AB5-A099-AC80C123AE24}" srcOrd="7" destOrd="0" presId="urn:microsoft.com/office/officeart/2008/layout/LinedList"/>
    <dgm:cxn modelId="{1117EC2B-8977-4B13-8354-DFA56AF4B092}" type="presParOf" srcId="{3F207223-7581-4AB5-A099-AC80C123AE24}" destId="{E6784DDE-7BEE-4266-960A-9195FADF7842}" srcOrd="0" destOrd="0" presId="urn:microsoft.com/office/officeart/2008/layout/LinedList"/>
    <dgm:cxn modelId="{D6714F7A-97C1-4C08-8341-78D578F1E661}" type="presParOf" srcId="{3F207223-7581-4AB5-A099-AC80C123AE24}" destId="{1FBF33AD-6899-45BF-8A41-1BC0E5C03236}" srcOrd="1" destOrd="0" presId="urn:microsoft.com/office/officeart/2008/layout/LinedList"/>
    <dgm:cxn modelId="{37B7FA4A-8A2E-47FA-9DEC-7A858441BCAD}" type="presParOf" srcId="{1FBF33AD-6899-45BF-8A41-1BC0E5C03236}" destId="{348FFC1D-58BE-43E3-85B6-4F2E6FF4BCA3}" srcOrd="0" destOrd="0" presId="urn:microsoft.com/office/officeart/2008/layout/LinedList"/>
    <dgm:cxn modelId="{65106292-377D-435D-95F4-DC49528C928A}" type="presParOf" srcId="{1FBF33AD-6899-45BF-8A41-1BC0E5C03236}" destId="{9D8E5D3E-7A14-46B9-906A-3E01D6098B45}" srcOrd="1" destOrd="0" presId="urn:microsoft.com/office/officeart/2008/layout/LinedList"/>
    <dgm:cxn modelId="{DED5F085-CAC7-4FA1-9844-DEA5FF5F210A}" type="presParOf" srcId="{9D8E5D3E-7A14-46B9-906A-3E01D6098B45}" destId="{EA00E8BF-7AED-496A-BCC7-8663A423E7A1}" srcOrd="0" destOrd="0" presId="urn:microsoft.com/office/officeart/2008/layout/LinedList"/>
    <dgm:cxn modelId="{7C28E2CC-B16B-45DF-9BA5-792D1F438F27}" type="presParOf" srcId="{9D8E5D3E-7A14-46B9-906A-3E01D6098B45}" destId="{73A11E5B-AED8-4488-B927-A3F4FB1D3A75}" srcOrd="1" destOrd="0" presId="urn:microsoft.com/office/officeart/2008/layout/LinedList"/>
    <dgm:cxn modelId="{3189AE33-E8C8-4424-83D3-AC3C50AF715E}" type="presParOf" srcId="{9D8E5D3E-7A14-46B9-906A-3E01D6098B45}" destId="{F3561F7A-8721-4759-98FE-9253E12EF45F}" srcOrd="2" destOrd="0" presId="urn:microsoft.com/office/officeart/2008/layout/LinedList"/>
    <dgm:cxn modelId="{51C52B51-C83F-40A8-9A8E-86D2C81FF75D}" type="presParOf" srcId="{1FBF33AD-6899-45BF-8A41-1BC0E5C03236}" destId="{61AA9C57-9283-48BE-9381-A24ED03C33E0}" srcOrd="2" destOrd="0" presId="urn:microsoft.com/office/officeart/2008/layout/LinedList"/>
    <dgm:cxn modelId="{0FC60B53-08A1-4EB3-AC9F-A419FB89EE54}" type="presParOf" srcId="{1FBF33AD-6899-45BF-8A41-1BC0E5C03236}" destId="{35D9BEB0-19FA-409A-86BB-1E976F37DD08}" srcOrd="3" destOrd="0" presId="urn:microsoft.com/office/officeart/2008/layout/LinedList"/>
    <dgm:cxn modelId="{BC3C97ED-45CE-4CA8-B9F8-0B91BB4BDDCA}" type="presParOf" srcId="{1FBF33AD-6899-45BF-8A41-1BC0E5C03236}" destId="{DCACC785-0D1F-4315-9B3A-AFAEAD9B0D81}" srcOrd="4" destOrd="0" presId="urn:microsoft.com/office/officeart/2008/layout/LinedList"/>
    <dgm:cxn modelId="{E2EEDC48-D4CB-4089-99AC-045D30C7AD41}" type="presParOf" srcId="{DCACC785-0D1F-4315-9B3A-AFAEAD9B0D81}" destId="{218B849B-8986-402C-B92C-31E05DF59380}" srcOrd="0" destOrd="0" presId="urn:microsoft.com/office/officeart/2008/layout/LinedList"/>
    <dgm:cxn modelId="{76166B47-74E9-442C-BBE1-D810BCBE8D01}" type="presParOf" srcId="{DCACC785-0D1F-4315-9B3A-AFAEAD9B0D81}" destId="{95D504CC-D891-4E87-A59E-9DC0957D1398}" srcOrd="1" destOrd="0" presId="urn:microsoft.com/office/officeart/2008/layout/LinedList"/>
    <dgm:cxn modelId="{C8D75F12-2310-4DCF-BD6A-C1BF4F58C711}" type="presParOf" srcId="{DCACC785-0D1F-4315-9B3A-AFAEAD9B0D81}" destId="{FA571A3E-C9BF-4E47-AC95-B83A10ED55B4}" srcOrd="2" destOrd="0" presId="urn:microsoft.com/office/officeart/2008/layout/LinedList"/>
    <dgm:cxn modelId="{D6F7E2AC-6050-4D64-90FF-5B86316DC59D}" type="presParOf" srcId="{1FBF33AD-6899-45BF-8A41-1BC0E5C03236}" destId="{682B28E0-4289-4B0C-80DA-B036CF02C6F6}" srcOrd="5" destOrd="0" presId="urn:microsoft.com/office/officeart/2008/layout/LinedList"/>
    <dgm:cxn modelId="{9A198960-4BBB-430A-8A7C-9667C26E14C8}" type="presParOf" srcId="{1FBF33AD-6899-45BF-8A41-1BC0E5C03236}" destId="{C1BF0D40-DE02-4C4B-94F7-77066B797A40}" srcOrd="6" destOrd="0" presId="urn:microsoft.com/office/officeart/2008/layout/LinedList"/>
    <dgm:cxn modelId="{CFB80939-80E8-47A1-935F-2F64A01384E5}" type="presParOf" srcId="{F1043835-D52E-4DD2-93DF-947AF64D3861}" destId="{B2A9AD8B-AE58-4632-97A2-E7CB83881697}" srcOrd="8" destOrd="0" presId="urn:microsoft.com/office/officeart/2008/layout/LinedList"/>
    <dgm:cxn modelId="{CE1A6A3C-91C9-440E-A381-F16A8DEE1E89}" type="presParOf" srcId="{F1043835-D52E-4DD2-93DF-947AF64D3861}" destId="{BD4E5E64-6A15-4FA8-9A89-16D096525946}" srcOrd="9" destOrd="0" presId="urn:microsoft.com/office/officeart/2008/layout/LinedList"/>
    <dgm:cxn modelId="{5227F94A-3158-4A9D-B9E6-39D0B3CAB34D}" type="presParOf" srcId="{BD4E5E64-6A15-4FA8-9A89-16D096525946}" destId="{34CBE883-32AD-4D35-BFC3-07863EB1D6DC}" srcOrd="0" destOrd="0" presId="urn:microsoft.com/office/officeart/2008/layout/LinedList"/>
    <dgm:cxn modelId="{31C2DBA4-BDBA-46D9-AC5A-BF10ED0354E5}" type="presParOf" srcId="{BD4E5E64-6A15-4FA8-9A89-16D096525946}" destId="{DC3AE67C-3F78-4015-B351-5ABA602FFBC3}" srcOrd="1" destOrd="0" presId="urn:microsoft.com/office/officeart/2008/layout/LinedList"/>
    <dgm:cxn modelId="{975205C1-CDBF-4BFA-80C4-1E8D8E30F84E}" type="presParOf" srcId="{DC3AE67C-3F78-4015-B351-5ABA602FFBC3}" destId="{D373E18B-D959-44C4-9967-97E8E6287AB6}" srcOrd="0" destOrd="0" presId="urn:microsoft.com/office/officeart/2008/layout/LinedList"/>
    <dgm:cxn modelId="{31A588A0-F575-4978-BC04-8E052FA98FC4}" type="presParOf" srcId="{DC3AE67C-3F78-4015-B351-5ABA602FFBC3}" destId="{5EACCF5B-4676-4F96-9241-42070EB656C1}" srcOrd="1" destOrd="0" presId="urn:microsoft.com/office/officeart/2008/layout/LinedList"/>
    <dgm:cxn modelId="{ECE5BBCE-4F5B-4D38-90E7-C1A82E411561}" type="presParOf" srcId="{5EACCF5B-4676-4F96-9241-42070EB656C1}" destId="{AF268372-1F65-4152-BE5A-785E4B8F079B}" srcOrd="0" destOrd="0" presId="urn:microsoft.com/office/officeart/2008/layout/LinedList"/>
    <dgm:cxn modelId="{0E01BE91-BA4C-4314-8B65-20605DE35902}" type="presParOf" srcId="{5EACCF5B-4676-4F96-9241-42070EB656C1}" destId="{77FECE80-CD5D-45CD-9BDE-36F62B734426}" srcOrd="1" destOrd="0" presId="urn:microsoft.com/office/officeart/2008/layout/LinedList"/>
    <dgm:cxn modelId="{B6460D30-FACF-4D01-B9FD-C7DEE6312B15}" type="presParOf" srcId="{5EACCF5B-4676-4F96-9241-42070EB656C1}" destId="{A96ECB80-4CE3-4021-86D7-DC1A1F02326D}" srcOrd="2" destOrd="0" presId="urn:microsoft.com/office/officeart/2008/layout/LinedList"/>
    <dgm:cxn modelId="{9B20229C-090B-4AC9-9DDD-E3CD33A22D80}" type="presParOf" srcId="{DC3AE67C-3F78-4015-B351-5ABA602FFBC3}" destId="{031D738B-4A97-4966-8E10-6DE32FDF8E7E}" srcOrd="2" destOrd="0" presId="urn:microsoft.com/office/officeart/2008/layout/LinedList"/>
    <dgm:cxn modelId="{4F53390C-0B4F-48D9-8170-395E71BEB79F}" type="presParOf" srcId="{DC3AE67C-3F78-4015-B351-5ABA602FFBC3}" destId="{50967001-F001-4593-8AAB-27E1DCE5C392}" srcOrd="3" destOrd="0" presId="urn:microsoft.com/office/officeart/2008/layout/LinedList"/>
    <dgm:cxn modelId="{79FDAE1F-E32F-4918-9F37-E68ACCE9B81E}" type="presParOf" srcId="{DC3AE67C-3F78-4015-B351-5ABA602FFBC3}" destId="{EE1C9B64-BAC8-4E87-8563-EA72F1297FD3}" srcOrd="4" destOrd="0" presId="urn:microsoft.com/office/officeart/2008/layout/LinedList"/>
    <dgm:cxn modelId="{C31578A8-B778-41AD-84B4-30482B4A761F}" type="presParOf" srcId="{EE1C9B64-BAC8-4E87-8563-EA72F1297FD3}" destId="{33A774FA-7C6B-40E6-8D54-2993B02ABC3A}" srcOrd="0" destOrd="0" presId="urn:microsoft.com/office/officeart/2008/layout/LinedList"/>
    <dgm:cxn modelId="{DD821844-E05D-4C8F-8768-592ED3F4083E}" type="presParOf" srcId="{EE1C9B64-BAC8-4E87-8563-EA72F1297FD3}" destId="{87B5CA84-75DC-4FD4-926F-093C8102AF1A}" srcOrd="1" destOrd="0" presId="urn:microsoft.com/office/officeart/2008/layout/LinedList"/>
    <dgm:cxn modelId="{3EE2391B-BF60-4713-8FA4-7365A851D6B5}" type="presParOf" srcId="{EE1C9B64-BAC8-4E87-8563-EA72F1297FD3}" destId="{E84FDA3B-4CCF-49CE-AF5D-5B320FE7E560}" srcOrd="2" destOrd="0" presId="urn:microsoft.com/office/officeart/2008/layout/LinedList"/>
    <dgm:cxn modelId="{B9725EAB-0AC1-4D86-885A-1BFC46EDC753}" type="presParOf" srcId="{DC3AE67C-3F78-4015-B351-5ABA602FFBC3}" destId="{1DEC4861-5348-4579-AD7B-D32D7EE1A38D}" srcOrd="5" destOrd="0" presId="urn:microsoft.com/office/officeart/2008/layout/LinedList"/>
    <dgm:cxn modelId="{558FFF15-A184-44EF-93B0-64ECFA931E37}" type="presParOf" srcId="{DC3AE67C-3F78-4015-B351-5ABA602FFBC3}" destId="{33A21F62-CD5D-441C-BC55-E008C18EEEB9}" srcOrd="6" destOrd="0" presId="urn:microsoft.com/office/officeart/2008/layout/LinedList"/>
    <dgm:cxn modelId="{56B05E6F-6297-4A12-8945-DF26EDB870A0}" type="presParOf" srcId="{F1043835-D52E-4DD2-93DF-947AF64D3861}" destId="{0A57744A-F9EB-4A2F-91B6-BE914B23B65A}" srcOrd="10" destOrd="0" presId="urn:microsoft.com/office/officeart/2008/layout/LinedList"/>
    <dgm:cxn modelId="{B7A3958B-587D-4461-8714-E61535429B56}" type="presParOf" srcId="{F1043835-D52E-4DD2-93DF-947AF64D3861}" destId="{C6FF871E-332D-4DF7-9A9C-51ECED6AA413}" srcOrd="11" destOrd="0" presId="urn:microsoft.com/office/officeart/2008/layout/LinedList"/>
    <dgm:cxn modelId="{2E8A2733-5F24-4D77-BA01-1139C2B184CC}" type="presParOf" srcId="{C6FF871E-332D-4DF7-9A9C-51ECED6AA413}" destId="{50191A2F-1B01-40D1-9F7E-05E39654F8D6}" srcOrd="0" destOrd="0" presId="urn:microsoft.com/office/officeart/2008/layout/LinedList"/>
    <dgm:cxn modelId="{7D92E57C-E6F9-425E-99FC-2C443E6288E8}" type="presParOf" srcId="{C6FF871E-332D-4DF7-9A9C-51ECED6AA413}" destId="{03D24253-8398-47B5-8118-4A9361DF98A0}" srcOrd="1" destOrd="0" presId="urn:microsoft.com/office/officeart/2008/layout/LinedList"/>
    <dgm:cxn modelId="{13E026F4-6983-47D4-8BB8-BCB03572EF3B}" type="presParOf" srcId="{03D24253-8398-47B5-8118-4A9361DF98A0}" destId="{2D7610D4-A918-4579-9BD2-EE7544686D84}" srcOrd="0" destOrd="0" presId="urn:microsoft.com/office/officeart/2008/layout/LinedList"/>
    <dgm:cxn modelId="{8CEA3AA8-724E-460D-B453-AE9269DAAB7D}" type="presParOf" srcId="{03D24253-8398-47B5-8118-4A9361DF98A0}" destId="{853CBD53-64F0-4530-9A7A-2D2C5926BD01}" srcOrd="1" destOrd="0" presId="urn:microsoft.com/office/officeart/2008/layout/LinedList"/>
    <dgm:cxn modelId="{5325668F-98B9-4223-8130-633EB92567A3}" type="presParOf" srcId="{853CBD53-64F0-4530-9A7A-2D2C5926BD01}" destId="{4423FB40-B273-4411-A0D7-68A42320E27C}" srcOrd="0" destOrd="0" presId="urn:microsoft.com/office/officeart/2008/layout/LinedList"/>
    <dgm:cxn modelId="{566B394D-AB9B-4899-9D9B-B844D1163922}" type="presParOf" srcId="{853CBD53-64F0-4530-9A7A-2D2C5926BD01}" destId="{2880BD18-32C6-4713-AC94-60974FB0F875}" srcOrd="1" destOrd="0" presId="urn:microsoft.com/office/officeart/2008/layout/LinedList"/>
    <dgm:cxn modelId="{4C8B37D7-7578-46B2-87A5-E12B6F208336}" type="presParOf" srcId="{853CBD53-64F0-4530-9A7A-2D2C5926BD01}" destId="{BA168321-C87F-433F-A3C1-07EABDCF91A5}" srcOrd="2" destOrd="0" presId="urn:microsoft.com/office/officeart/2008/layout/LinedList"/>
    <dgm:cxn modelId="{2FDC0CB4-3355-4362-BBDF-A56050CA7260}" type="presParOf" srcId="{03D24253-8398-47B5-8118-4A9361DF98A0}" destId="{C1811078-A904-4523-9A65-0534432EC8BE}" srcOrd="2" destOrd="0" presId="urn:microsoft.com/office/officeart/2008/layout/LinedList"/>
    <dgm:cxn modelId="{8FA3A4B4-90BA-4D83-9674-30FA3D28F9BE}" type="presParOf" srcId="{03D24253-8398-47B5-8118-4A9361DF98A0}" destId="{B4586011-38FB-4918-9C8E-38CE1ABE374C}" srcOrd="3" destOrd="0" presId="urn:microsoft.com/office/officeart/2008/layout/LinedList"/>
    <dgm:cxn modelId="{5990ECA4-8CF7-4E33-A139-5E2DAB676E42}" type="presParOf" srcId="{03D24253-8398-47B5-8118-4A9361DF98A0}" destId="{EA519606-3328-4DB7-9255-14F4E0E94025}" srcOrd="4" destOrd="0" presId="urn:microsoft.com/office/officeart/2008/layout/LinedList"/>
    <dgm:cxn modelId="{26B4AD05-D323-45B6-B49B-24F812B597C7}" type="presParOf" srcId="{EA519606-3328-4DB7-9255-14F4E0E94025}" destId="{7AD36DAC-E28A-44FB-BFD1-309AE4AD3647}" srcOrd="0" destOrd="0" presId="urn:microsoft.com/office/officeart/2008/layout/LinedList"/>
    <dgm:cxn modelId="{BF5469DC-EA3B-4FDA-BA2C-B5F2092BCB54}" type="presParOf" srcId="{EA519606-3328-4DB7-9255-14F4E0E94025}" destId="{2B50CAD1-77C7-41AE-8390-EDDA4EB2614B}" srcOrd="1" destOrd="0" presId="urn:microsoft.com/office/officeart/2008/layout/LinedList"/>
    <dgm:cxn modelId="{F41E7F35-7279-44A8-897F-56110D245FC4}" type="presParOf" srcId="{EA519606-3328-4DB7-9255-14F4E0E94025}" destId="{63A24D25-E503-46E0-908E-B327278F0E0C}" srcOrd="2" destOrd="0" presId="urn:microsoft.com/office/officeart/2008/layout/LinedList"/>
    <dgm:cxn modelId="{068AA7B5-1344-4F6B-BBFD-687A7BCC11F2}" type="presParOf" srcId="{03D24253-8398-47B5-8118-4A9361DF98A0}" destId="{C2E98730-7F74-4772-AADE-EF6556FA784B}" srcOrd="5" destOrd="0" presId="urn:microsoft.com/office/officeart/2008/layout/LinedList"/>
    <dgm:cxn modelId="{552DD070-93B7-4B1A-B47D-7AB3F3F324FA}" type="presParOf" srcId="{03D24253-8398-47B5-8118-4A9361DF98A0}" destId="{DAD30C2E-5816-4248-9862-E4B111AC72EC}" srcOrd="6" destOrd="0" presId="urn:microsoft.com/office/officeart/2008/layout/LinedList"/>
    <dgm:cxn modelId="{42FCE954-6AEE-4B8C-9ACF-702D5232063C}" type="presParOf" srcId="{F1043835-D52E-4DD2-93DF-947AF64D3861}" destId="{9FA9CB51-7C1A-4D34-B4A2-4B84E41C3AB4}" srcOrd="12" destOrd="0" presId="urn:microsoft.com/office/officeart/2008/layout/LinedList"/>
    <dgm:cxn modelId="{7F2186F3-EC1A-44B2-ACC1-B3B9F62E22B3}" type="presParOf" srcId="{F1043835-D52E-4DD2-93DF-947AF64D3861}" destId="{81577803-44D2-4AEA-8BF4-EEB117201883}" srcOrd="13" destOrd="0" presId="urn:microsoft.com/office/officeart/2008/layout/LinedList"/>
    <dgm:cxn modelId="{00F90587-DCF8-4246-909F-CA20EC988ACE}" type="presParOf" srcId="{81577803-44D2-4AEA-8BF4-EEB117201883}" destId="{F7597889-D923-41BF-9CA9-93C20E6D2F8A}" srcOrd="0" destOrd="0" presId="urn:microsoft.com/office/officeart/2008/layout/LinedList"/>
    <dgm:cxn modelId="{1982B25C-ED13-4F2D-A643-247FE8FC9EFD}" type="presParOf" srcId="{81577803-44D2-4AEA-8BF4-EEB117201883}" destId="{329E977A-58DB-405B-8E8E-F15E24F1AA6C}" srcOrd="1" destOrd="0" presId="urn:microsoft.com/office/officeart/2008/layout/LinedList"/>
    <dgm:cxn modelId="{560F9B8D-5049-43E3-B7A0-445E303C9671}" type="presParOf" srcId="{329E977A-58DB-405B-8E8E-F15E24F1AA6C}" destId="{F2A4571F-5FD5-4742-8EC3-F43F65F28716}" srcOrd="0" destOrd="0" presId="urn:microsoft.com/office/officeart/2008/layout/LinedList"/>
    <dgm:cxn modelId="{9D979CEB-FDFB-4DBF-8E6C-90A22DC88C99}" type="presParOf" srcId="{329E977A-58DB-405B-8E8E-F15E24F1AA6C}" destId="{F6551D9D-D012-4037-ACAF-24CD279292C7}" srcOrd="1" destOrd="0" presId="urn:microsoft.com/office/officeart/2008/layout/LinedList"/>
    <dgm:cxn modelId="{2032CECC-178E-4AD2-9EA7-76CCF1393E2B}" type="presParOf" srcId="{F6551D9D-D012-4037-ACAF-24CD279292C7}" destId="{B8A477D4-1F76-4626-824D-5F1BE2697126}" srcOrd="0" destOrd="0" presId="urn:microsoft.com/office/officeart/2008/layout/LinedList"/>
    <dgm:cxn modelId="{A12DB2BA-0EF0-4216-8BD6-9572D5992C77}" type="presParOf" srcId="{F6551D9D-D012-4037-ACAF-24CD279292C7}" destId="{ACA426E4-A2E0-47CA-A375-DF36E3A2F0D9}" srcOrd="1" destOrd="0" presId="urn:microsoft.com/office/officeart/2008/layout/LinedList"/>
    <dgm:cxn modelId="{C5D63764-D186-466F-A226-BEC01AD3CC38}" type="presParOf" srcId="{F6551D9D-D012-4037-ACAF-24CD279292C7}" destId="{073DDBCA-CCA2-4EE8-982F-69A2107E9F8C}" srcOrd="2" destOrd="0" presId="urn:microsoft.com/office/officeart/2008/layout/LinedList"/>
    <dgm:cxn modelId="{20DC1AB4-7590-4A37-90F9-2F41C94025B7}" type="presParOf" srcId="{329E977A-58DB-405B-8E8E-F15E24F1AA6C}" destId="{F662D2DD-AC64-4D17-81AB-C210586FBA9B}" srcOrd="2" destOrd="0" presId="urn:microsoft.com/office/officeart/2008/layout/LinedList"/>
    <dgm:cxn modelId="{C375B3D6-9DB9-4E4F-BAEA-706766E10A4F}" type="presParOf" srcId="{329E977A-58DB-405B-8E8E-F15E24F1AA6C}" destId="{953AE7FB-EB48-4C3A-BA3A-B26F156BF5DA}" srcOrd="3" destOrd="0" presId="urn:microsoft.com/office/officeart/2008/layout/LinedList"/>
    <dgm:cxn modelId="{8A0644B5-0EB7-48B1-98F0-5FE38EDCE995}" type="presParOf" srcId="{329E977A-58DB-405B-8E8E-F15E24F1AA6C}" destId="{15FD5E93-D8C4-4670-9AF4-0C9B1E60D771}" srcOrd="4" destOrd="0" presId="urn:microsoft.com/office/officeart/2008/layout/LinedList"/>
    <dgm:cxn modelId="{71EB4B22-422C-417C-A850-884D5375951A}" type="presParOf" srcId="{15FD5E93-D8C4-4670-9AF4-0C9B1E60D771}" destId="{FE4F939A-294B-4A0F-B694-15B0F28A4416}" srcOrd="0" destOrd="0" presId="urn:microsoft.com/office/officeart/2008/layout/LinedList"/>
    <dgm:cxn modelId="{B88FBF51-5C98-4F5C-988B-62DBAF0A54A1}" type="presParOf" srcId="{15FD5E93-D8C4-4670-9AF4-0C9B1E60D771}" destId="{2B76563D-4023-453B-A338-831ACD64CE40}" srcOrd="1" destOrd="0" presId="urn:microsoft.com/office/officeart/2008/layout/LinedList"/>
    <dgm:cxn modelId="{0198F3B6-C0A9-402C-A731-7A8AFA7FEE1B}" type="presParOf" srcId="{15FD5E93-D8C4-4670-9AF4-0C9B1E60D771}" destId="{A0D69B2B-9F11-4CC4-A276-82298086154B}" srcOrd="2" destOrd="0" presId="urn:microsoft.com/office/officeart/2008/layout/LinedList"/>
    <dgm:cxn modelId="{66E26920-EE6B-45FA-BFC5-C5D86489834F}" type="presParOf" srcId="{329E977A-58DB-405B-8E8E-F15E24F1AA6C}" destId="{96249567-5ADC-4B0C-9C96-4583ADA06E2C}" srcOrd="5" destOrd="0" presId="urn:microsoft.com/office/officeart/2008/layout/LinedList"/>
    <dgm:cxn modelId="{77072035-0944-4AD9-966F-69CC80C83955}" type="presParOf" srcId="{329E977A-58DB-405B-8E8E-F15E24F1AA6C}" destId="{0258343D-3AFB-41BF-982C-ADD311E772A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055C4B-7D5E-4226-9C2B-081F1AE6ECA3}" type="doc">
      <dgm:prSet loTypeId="urn:microsoft.com/office/officeart/2005/8/layout/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1458D1-7F3A-403C-89AB-D8C9E2C7113D}">
      <dgm:prSet custT="1"/>
      <dgm:spPr/>
      <dgm:t>
        <a:bodyPr/>
        <a:lstStyle/>
        <a:p>
          <a:r>
            <a:rPr lang="ko-KR" sz="1400" dirty="0"/>
            <a:t>환경 인식 </a:t>
          </a:r>
          <a:r>
            <a:rPr lang="en-US" sz="1400" dirty="0"/>
            <a:t>(Perception)</a:t>
          </a:r>
        </a:p>
      </dgm:t>
    </dgm:pt>
    <dgm:pt modelId="{5DB28EFE-C518-4FB7-B0EF-127DF82023EA}" type="parTrans" cxnId="{FC8BA659-D689-43D2-BE8A-DCE716397F1F}">
      <dgm:prSet/>
      <dgm:spPr/>
      <dgm:t>
        <a:bodyPr/>
        <a:lstStyle/>
        <a:p>
          <a:endParaRPr lang="en-US"/>
        </a:p>
      </dgm:t>
    </dgm:pt>
    <dgm:pt modelId="{EFF513D5-8024-4DE2-A621-F1BBCD700E2A}" type="sibTrans" cxnId="{FC8BA659-D689-43D2-BE8A-DCE716397F1F}">
      <dgm:prSet/>
      <dgm:spPr/>
      <dgm:t>
        <a:bodyPr/>
        <a:lstStyle/>
        <a:p>
          <a:endParaRPr lang="en-US"/>
        </a:p>
      </dgm:t>
    </dgm:pt>
    <dgm:pt modelId="{F755D3DD-F8BC-4B68-B235-D5EA55C9F0DF}">
      <dgm:prSet custT="1"/>
      <dgm:spPr/>
      <dgm:t>
        <a:bodyPr/>
        <a:lstStyle/>
        <a:p>
          <a:r>
            <a:rPr lang="ko-KR" sz="1400" dirty="0"/>
            <a:t>의사결정 및 계획 </a:t>
          </a:r>
          <a:r>
            <a:rPr lang="en-US" sz="1400" dirty="0"/>
            <a:t>(Decision-making &amp; Planning)</a:t>
          </a:r>
        </a:p>
      </dgm:t>
    </dgm:pt>
    <dgm:pt modelId="{8E7B9D9E-3DC2-4074-A271-CFA8CACAF0D7}" type="parTrans" cxnId="{242B198E-56EE-42C0-8B0C-3567D4731C1B}">
      <dgm:prSet/>
      <dgm:spPr/>
      <dgm:t>
        <a:bodyPr/>
        <a:lstStyle/>
        <a:p>
          <a:endParaRPr lang="en-US"/>
        </a:p>
      </dgm:t>
    </dgm:pt>
    <dgm:pt modelId="{C4AD621B-36FD-4893-AED8-A03A954D373E}" type="sibTrans" cxnId="{242B198E-56EE-42C0-8B0C-3567D4731C1B}">
      <dgm:prSet/>
      <dgm:spPr/>
      <dgm:t>
        <a:bodyPr/>
        <a:lstStyle/>
        <a:p>
          <a:endParaRPr lang="en-US"/>
        </a:p>
      </dgm:t>
    </dgm:pt>
    <dgm:pt modelId="{7DA5129B-72D8-46A0-8CF3-35E52B9322CF}">
      <dgm:prSet custT="1"/>
      <dgm:spPr/>
      <dgm:t>
        <a:bodyPr/>
        <a:lstStyle/>
        <a:p>
          <a:r>
            <a:rPr lang="ko-KR" sz="1400" dirty="0"/>
            <a:t>행동 수행 </a:t>
          </a:r>
          <a:r>
            <a:rPr lang="en-US" sz="1400" dirty="0"/>
            <a:t>(Action)</a:t>
          </a:r>
        </a:p>
      </dgm:t>
    </dgm:pt>
    <dgm:pt modelId="{F6DB136C-4283-4FCE-883E-102DB1970AC7}" type="parTrans" cxnId="{83C0179B-B048-4789-9DC8-89E932CFB12E}">
      <dgm:prSet/>
      <dgm:spPr/>
      <dgm:t>
        <a:bodyPr/>
        <a:lstStyle/>
        <a:p>
          <a:endParaRPr lang="en-US"/>
        </a:p>
      </dgm:t>
    </dgm:pt>
    <dgm:pt modelId="{F869C66F-9D62-4268-B926-718F44A9A1F3}" type="sibTrans" cxnId="{83C0179B-B048-4789-9DC8-89E932CFB12E}">
      <dgm:prSet/>
      <dgm:spPr/>
      <dgm:t>
        <a:bodyPr/>
        <a:lstStyle/>
        <a:p>
          <a:endParaRPr lang="en-US"/>
        </a:p>
      </dgm:t>
    </dgm:pt>
    <dgm:pt modelId="{7AEC9AAD-4040-4C72-A2C9-E8BF7AEB076E}">
      <dgm:prSet custT="1"/>
      <dgm:spPr/>
      <dgm:t>
        <a:bodyPr/>
        <a:lstStyle/>
        <a:p>
          <a:r>
            <a:rPr lang="ko-KR" sz="1400" dirty="0"/>
            <a:t>학습 및 피드백 </a:t>
          </a:r>
          <a:r>
            <a:rPr lang="en-US" sz="1400" dirty="0"/>
            <a:t>(Learning &amp; Feedback)</a:t>
          </a:r>
        </a:p>
      </dgm:t>
    </dgm:pt>
    <dgm:pt modelId="{A070D4F8-105B-466D-8F45-21AC7575BE89}" type="parTrans" cxnId="{3D09699D-9D41-479F-ACFB-08110CBC0923}">
      <dgm:prSet/>
      <dgm:spPr/>
      <dgm:t>
        <a:bodyPr/>
        <a:lstStyle/>
        <a:p>
          <a:endParaRPr lang="en-US"/>
        </a:p>
      </dgm:t>
    </dgm:pt>
    <dgm:pt modelId="{CEC9B22A-7D3C-482E-AAA1-0E430903C6B0}" type="sibTrans" cxnId="{3D09699D-9D41-479F-ACFB-08110CBC0923}">
      <dgm:prSet/>
      <dgm:spPr/>
      <dgm:t>
        <a:bodyPr/>
        <a:lstStyle/>
        <a:p>
          <a:endParaRPr lang="en-US"/>
        </a:p>
      </dgm:t>
    </dgm:pt>
    <dgm:pt modelId="{07B5A69C-E740-4E6A-B0E4-77F9BEBB4F0F}">
      <dgm:prSet custT="1"/>
      <dgm:spPr/>
      <dgm:t>
        <a:bodyPr/>
        <a:lstStyle/>
        <a:p>
          <a:r>
            <a:rPr lang="ko-KR" altLang="en-US" sz="1400" dirty="0"/>
            <a:t>수집한 정보를 바탕으로 최적의 행동을 선택</a:t>
          </a:r>
          <a:endParaRPr lang="en-US" sz="1400" dirty="0"/>
        </a:p>
      </dgm:t>
    </dgm:pt>
    <dgm:pt modelId="{3F74DF13-1CD7-43BD-BDA4-17853F66CB16}" type="parTrans" cxnId="{D9770628-5A44-4DF1-B906-7D9110D41CBC}">
      <dgm:prSet/>
      <dgm:spPr/>
      <dgm:t>
        <a:bodyPr/>
        <a:lstStyle/>
        <a:p>
          <a:endParaRPr lang="en-US"/>
        </a:p>
      </dgm:t>
    </dgm:pt>
    <dgm:pt modelId="{171FEED4-7288-4FB3-8C28-08333860F17D}" type="sibTrans" cxnId="{D9770628-5A44-4DF1-B906-7D9110D41CBC}">
      <dgm:prSet/>
      <dgm:spPr/>
      <dgm:t>
        <a:bodyPr/>
        <a:lstStyle/>
        <a:p>
          <a:endParaRPr lang="en-US"/>
        </a:p>
      </dgm:t>
    </dgm:pt>
    <dgm:pt modelId="{8A6957A0-544A-459A-B62C-87026BE3ADC9}">
      <dgm:prSet custT="1"/>
      <dgm:spPr/>
      <dgm:t>
        <a:bodyPr/>
        <a:lstStyle/>
        <a:p>
          <a:r>
            <a:rPr lang="ko-KR" altLang="en-US" sz="1400" dirty="0"/>
            <a:t>문서 작성</a:t>
          </a:r>
          <a:r>
            <a:rPr lang="en-US" altLang="ko-KR" sz="1400" dirty="0"/>
            <a:t>, </a:t>
          </a:r>
          <a:r>
            <a:rPr lang="ko-KR" altLang="en-US" sz="1400" dirty="0"/>
            <a:t>데이터 분석</a:t>
          </a:r>
          <a:r>
            <a:rPr lang="en-US" altLang="ko-KR" sz="1400" dirty="0"/>
            <a:t>, </a:t>
          </a:r>
          <a:r>
            <a:rPr lang="ko-KR" altLang="en-US" sz="1400" dirty="0"/>
            <a:t>로봇 제어 등 실제 작업 실행</a:t>
          </a:r>
          <a:endParaRPr lang="en-US" sz="1400" dirty="0"/>
        </a:p>
      </dgm:t>
    </dgm:pt>
    <dgm:pt modelId="{25592192-CA82-4189-8141-666220788A89}" type="parTrans" cxnId="{22CD51B8-E4BE-4E43-930E-DDF8B9412357}">
      <dgm:prSet/>
      <dgm:spPr/>
      <dgm:t>
        <a:bodyPr/>
        <a:lstStyle/>
        <a:p>
          <a:endParaRPr lang="en-US"/>
        </a:p>
      </dgm:t>
    </dgm:pt>
    <dgm:pt modelId="{BED9D6F4-12FE-4DD5-AB47-5FD5A930BAB6}" type="sibTrans" cxnId="{22CD51B8-E4BE-4E43-930E-DDF8B9412357}">
      <dgm:prSet/>
      <dgm:spPr/>
      <dgm:t>
        <a:bodyPr/>
        <a:lstStyle/>
        <a:p>
          <a:endParaRPr lang="en-US"/>
        </a:p>
      </dgm:t>
    </dgm:pt>
    <dgm:pt modelId="{C345D8FB-7B88-4942-A027-F1010F7EDEDD}">
      <dgm:prSet custT="1"/>
      <dgm:spPr/>
      <dgm:t>
        <a:bodyPr/>
        <a:lstStyle/>
        <a:p>
          <a:r>
            <a:rPr lang="ko-KR" altLang="en-US" sz="1400" dirty="0"/>
            <a:t>사용자 입력</a:t>
          </a:r>
          <a:r>
            <a:rPr lang="en-US" altLang="ko-KR" sz="1400" dirty="0"/>
            <a:t>, </a:t>
          </a:r>
          <a:r>
            <a:rPr lang="ko-KR" altLang="en-US" sz="1400" dirty="0"/>
            <a:t>웹</a:t>
          </a:r>
          <a:r>
            <a:rPr lang="en-US" altLang="ko-KR" sz="1400" dirty="0"/>
            <a:t>, IoT </a:t>
          </a:r>
          <a:r>
            <a:rPr lang="ko-KR" altLang="en-US" sz="1400" dirty="0"/>
            <a:t>센서를 통해 정보 수집</a:t>
          </a:r>
          <a:endParaRPr lang="en-US" sz="1400" dirty="0"/>
        </a:p>
      </dgm:t>
    </dgm:pt>
    <dgm:pt modelId="{866FFBFB-98EB-41BF-B538-D7894B9A1B64}" type="parTrans" cxnId="{7D15793A-B9ED-4943-BEC6-5EDAE0A5BD65}">
      <dgm:prSet/>
      <dgm:spPr/>
      <dgm:t>
        <a:bodyPr/>
        <a:lstStyle/>
        <a:p>
          <a:endParaRPr lang="en-US"/>
        </a:p>
      </dgm:t>
    </dgm:pt>
    <dgm:pt modelId="{54423C21-040C-4EAF-916F-AB10396E6E16}" type="sibTrans" cxnId="{7D15793A-B9ED-4943-BEC6-5EDAE0A5BD65}">
      <dgm:prSet/>
      <dgm:spPr/>
      <dgm:t>
        <a:bodyPr/>
        <a:lstStyle/>
        <a:p>
          <a:endParaRPr lang="en-US"/>
        </a:p>
      </dgm:t>
    </dgm:pt>
    <dgm:pt modelId="{3036B549-3D46-45A0-AE89-04A14898ACF2}">
      <dgm:prSet custT="1"/>
      <dgm:spPr/>
      <dgm:t>
        <a:bodyPr/>
        <a:lstStyle/>
        <a:p>
          <a:r>
            <a:rPr lang="ko-KR" altLang="en-US" sz="1400" dirty="0"/>
            <a:t>결과 분석 </a:t>
          </a:r>
          <a:r>
            <a:rPr lang="en-US" altLang="ko-KR" sz="1400" dirty="0">
              <a:sym typeface="Wingdings" panose="05000000000000000000" pitchFamily="2" charset="2"/>
            </a:rPr>
            <a:t> </a:t>
          </a:r>
          <a:r>
            <a:rPr lang="ko-KR" altLang="en-US" sz="1400" dirty="0">
              <a:sym typeface="Wingdings" panose="05000000000000000000" pitchFamily="2" charset="2"/>
            </a:rPr>
            <a:t>성능 개선</a:t>
          </a:r>
          <a:endParaRPr lang="en-US" sz="1400" dirty="0"/>
        </a:p>
      </dgm:t>
    </dgm:pt>
    <dgm:pt modelId="{7CCA8F55-CF40-4350-BF24-80A0436B85C0}" type="parTrans" cxnId="{524C5710-C2CB-4674-8D40-460FF4EB4BDE}">
      <dgm:prSet/>
      <dgm:spPr/>
      <dgm:t>
        <a:bodyPr/>
        <a:lstStyle/>
        <a:p>
          <a:endParaRPr lang="en-US"/>
        </a:p>
      </dgm:t>
    </dgm:pt>
    <dgm:pt modelId="{27E26E88-4692-44B4-9FF7-00F6AEAF99EA}" type="sibTrans" cxnId="{524C5710-C2CB-4674-8D40-460FF4EB4BDE}">
      <dgm:prSet/>
      <dgm:spPr/>
      <dgm:t>
        <a:bodyPr/>
        <a:lstStyle/>
        <a:p>
          <a:endParaRPr lang="en-US"/>
        </a:p>
      </dgm:t>
    </dgm:pt>
    <dgm:pt modelId="{31407779-C5EA-44CB-A29E-5BB592A6E2AF}" type="pres">
      <dgm:prSet presAssocID="{15055C4B-7D5E-4226-9C2B-081F1AE6ECA3}" presName="linearFlow" presStyleCnt="0">
        <dgm:presLayoutVars>
          <dgm:dir/>
          <dgm:animLvl val="lvl"/>
          <dgm:resizeHandles val="exact"/>
        </dgm:presLayoutVars>
      </dgm:prSet>
      <dgm:spPr/>
    </dgm:pt>
    <dgm:pt modelId="{6F6A2EDC-EC45-4DA8-A567-EE4AAD7838F1}" type="pres">
      <dgm:prSet presAssocID="{511458D1-7F3A-403C-89AB-D8C9E2C7113D}" presName="composite" presStyleCnt="0"/>
      <dgm:spPr/>
    </dgm:pt>
    <dgm:pt modelId="{38AD33E2-2092-4C53-867C-F57606968F4E}" type="pres">
      <dgm:prSet presAssocID="{511458D1-7F3A-403C-89AB-D8C9E2C7113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56A9155-8C87-48F7-B398-83323C042F18}" type="pres">
      <dgm:prSet presAssocID="{511458D1-7F3A-403C-89AB-D8C9E2C7113D}" presName="parSh" presStyleLbl="node1" presStyleIdx="0" presStyleCnt="4" custLinFactNeighborX="-80"/>
      <dgm:spPr/>
    </dgm:pt>
    <dgm:pt modelId="{19FE6E72-B3EB-4D6B-8446-7B2D6D97ECD2}" type="pres">
      <dgm:prSet presAssocID="{511458D1-7F3A-403C-89AB-D8C9E2C7113D}" presName="desTx" presStyleLbl="fgAcc1" presStyleIdx="0" presStyleCnt="4">
        <dgm:presLayoutVars>
          <dgm:bulletEnabled val="1"/>
        </dgm:presLayoutVars>
      </dgm:prSet>
      <dgm:spPr/>
    </dgm:pt>
    <dgm:pt modelId="{A5F7A621-E4F7-470C-B4DE-FD912B820E30}" type="pres">
      <dgm:prSet presAssocID="{EFF513D5-8024-4DE2-A621-F1BBCD700E2A}" presName="sibTrans" presStyleLbl="sibTrans2D1" presStyleIdx="0" presStyleCnt="3"/>
      <dgm:spPr/>
    </dgm:pt>
    <dgm:pt modelId="{4A537991-24F0-4B40-A63D-739B07E3E50F}" type="pres">
      <dgm:prSet presAssocID="{EFF513D5-8024-4DE2-A621-F1BBCD700E2A}" presName="connTx" presStyleLbl="sibTrans2D1" presStyleIdx="0" presStyleCnt="3"/>
      <dgm:spPr/>
    </dgm:pt>
    <dgm:pt modelId="{B3E905B7-6E88-4F07-8BA0-2808C8B5E966}" type="pres">
      <dgm:prSet presAssocID="{F755D3DD-F8BC-4B68-B235-D5EA55C9F0DF}" presName="composite" presStyleCnt="0"/>
      <dgm:spPr/>
    </dgm:pt>
    <dgm:pt modelId="{428DC97A-ADB5-4711-8B44-1424241B2B2F}" type="pres">
      <dgm:prSet presAssocID="{F755D3DD-F8BC-4B68-B235-D5EA55C9F0DF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8CAC136-7E31-4B84-8959-7BDFB5A5A918}" type="pres">
      <dgm:prSet presAssocID="{F755D3DD-F8BC-4B68-B235-D5EA55C9F0DF}" presName="parSh" presStyleLbl="node1" presStyleIdx="1" presStyleCnt="4" custLinFactNeighborX="-80"/>
      <dgm:spPr/>
    </dgm:pt>
    <dgm:pt modelId="{E71A5845-1740-4D5C-8575-36420D29EB7E}" type="pres">
      <dgm:prSet presAssocID="{F755D3DD-F8BC-4B68-B235-D5EA55C9F0DF}" presName="desTx" presStyleLbl="fgAcc1" presStyleIdx="1" presStyleCnt="4" custLinFactNeighborX="4829" custLinFactNeighborY="17345">
        <dgm:presLayoutVars>
          <dgm:bulletEnabled val="1"/>
        </dgm:presLayoutVars>
      </dgm:prSet>
      <dgm:spPr/>
    </dgm:pt>
    <dgm:pt modelId="{36194EBF-9CB7-4307-B6E6-1F775DB87E3B}" type="pres">
      <dgm:prSet presAssocID="{C4AD621B-36FD-4893-AED8-A03A954D373E}" presName="sibTrans" presStyleLbl="sibTrans2D1" presStyleIdx="1" presStyleCnt="3"/>
      <dgm:spPr/>
    </dgm:pt>
    <dgm:pt modelId="{0FB14DE8-7BBF-48B4-A8A2-6CED69276091}" type="pres">
      <dgm:prSet presAssocID="{C4AD621B-36FD-4893-AED8-A03A954D373E}" presName="connTx" presStyleLbl="sibTrans2D1" presStyleIdx="1" presStyleCnt="3"/>
      <dgm:spPr/>
    </dgm:pt>
    <dgm:pt modelId="{FCA1FDF2-B82D-4654-926F-3B9E46F8B7C4}" type="pres">
      <dgm:prSet presAssocID="{7DA5129B-72D8-46A0-8CF3-35E52B9322CF}" presName="composite" presStyleCnt="0"/>
      <dgm:spPr/>
    </dgm:pt>
    <dgm:pt modelId="{B44365FD-8FD8-40AF-80C2-EF1C673F09A1}" type="pres">
      <dgm:prSet presAssocID="{7DA5129B-72D8-46A0-8CF3-35E52B9322CF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58F4154-2E86-442C-A37B-C58D9DAAA90D}" type="pres">
      <dgm:prSet presAssocID="{7DA5129B-72D8-46A0-8CF3-35E52B9322CF}" presName="parSh" presStyleLbl="node1" presStyleIdx="2" presStyleCnt="4" custLinFactNeighborX="-80"/>
      <dgm:spPr/>
    </dgm:pt>
    <dgm:pt modelId="{2501DB59-293D-4E1C-B74F-C3EDB46396C3}" type="pres">
      <dgm:prSet presAssocID="{7DA5129B-72D8-46A0-8CF3-35E52B9322CF}" presName="desTx" presStyleLbl="fgAcc1" presStyleIdx="2" presStyleCnt="4">
        <dgm:presLayoutVars>
          <dgm:bulletEnabled val="1"/>
        </dgm:presLayoutVars>
      </dgm:prSet>
      <dgm:spPr/>
    </dgm:pt>
    <dgm:pt modelId="{57998D07-4A0C-4F44-A639-85309D09F2CE}" type="pres">
      <dgm:prSet presAssocID="{F869C66F-9D62-4268-B926-718F44A9A1F3}" presName="sibTrans" presStyleLbl="sibTrans2D1" presStyleIdx="2" presStyleCnt="3"/>
      <dgm:spPr/>
    </dgm:pt>
    <dgm:pt modelId="{E2BDD1EB-E110-42AE-8AC0-6667EB94BC65}" type="pres">
      <dgm:prSet presAssocID="{F869C66F-9D62-4268-B926-718F44A9A1F3}" presName="connTx" presStyleLbl="sibTrans2D1" presStyleIdx="2" presStyleCnt="3"/>
      <dgm:spPr/>
    </dgm:pt>
    <dgm:pt modelId="{B00C9CDF-8B1C-4F1A-98B2-8CE08365F5E5}" type="pres">
      <dgm:prSet presAssocID="{7AEC9AAD-4040-4C72-A2C9-E8BF7AEB076E}" presName="composite" presStyleCnt="0"/>
      <dgm:spPr/>
    </dgm:pt>
    <dgm:pt modelId="{DAA702AE-37D4-44D0-BE07-6FEA4C23E0C3}" type="pres">
      <dgm:prSet presAssocID="{7AEC9AAD-4040-4C72-A2C9-E8BF7AEB076E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6F71864-EDF8-4BF3-BEE4-9B0F74DD4375}" type="pres">
      <dgm:prSet presAssocID="{7AEC9AAD-4040-4C72-A2C9-E8BF7AEB076E}" presName="parSh" presStyleLbl="node1" presStyleIdx="3" presStyleCnt="4"/>
      <dgm:spPr/>
    </dgm:pt>
    <dgm:pt modelId="{352E2E5E-AECB-489D-AF1F-C3AD68E6084A}" type="pres">
      <dgm:prSet presAssocID="{7AEC9AAD-4040-4C72-A2C9-E8BF7AEB076E}" presName="desTx" presStyleLbl="fgAcc1" presStyleIdx="3" presStyleCnt="4" custLinFactNeighborY="17345">
        <dgm:presLayoutVars>
          <dgm:bulletEnabled val="1"/>
        </dgm:presLayoutVars>
      </dgm:prSet>
      <dgm:spPr/>
    </dgm:pt>
  </dgm:ptLst>
  <dgm:cxnLst>
    <dgm:cxn modelId="{5CA66403-9BAC-4A62-9B86-878CBA0B4EF1}" type="presOf" srcId="{7AEC9AAD-4040-4C72-A2C9-E8BF7AEB076E}" destId="{DAA702AE-37D4-44D0-BE07-6FEA4C23E0C3}" srcOrd="0" destOrd="0" presId="urn:microsoft.com/office/officeart/2005/8/layout/process3"/>
    <dgm:cxn modelId="{524C5710-C2CB-4674-8D40-460FF4EB4BDE}" srcId="{7AEC9AAD-4040-4C72-A2C9-E8BF7AEB076E}" destId="{3036B549-3D46-45A0-AE89-04A14898ACF2}" srcOrd="0" destOrd="0" parTransId="{7CCA8F55-CF40-4350-BF24-80A0436B85C0}" sibTransId="{27E26E88-4692-44B4-9FF7-00F6AEAF99EA}"/>
    <dgm:cxn modelId="{D9770628-5A44-4DF1-B906-7D9110D41CBC}" srcId="{F755D3DD-F8BC-4B68-B235-D5EA55C9F0DF}" destId="{07B5A69C-E740-4E6A-B0E4-77F9BEBB4F0F}" srcOrd="0" destOrd="0" parTransId="{3F74DF13-1CD7-43BD-BDA4-17853F66CB16}" sibTransId="{171FEED4-7288-4FB3-8C28-08333860F17D}"/>
    <dgm:cxn modelId="{4DECF72A-67EA-4C6C-BB7D-49250D8D3809}" type="presOf" srcId="{7AEC9AAD-4040-4C72-A2C9-E8BF7AEB076E}" destId="{86F71864-EDF8-4BF3-BEE4-9B0F74DD4375}" srcOrd="1" destOrd="0" presId="urn:microsoft.com/office/officeart/2005/8/layout/process3"/>
    <dgm:cxn modelId="{421D2131-F3D7-4D13-8E59-E269214D2E7A}" type="presOf" srcId="{3036B549-3D46-45A0-AE89-04A14898ACF2}" destId="{352E2E5E-AECB-489D-AF1F-C3AD68E6084A}" srcOrd="0" destOrd="0" presId="urn:microsoft.com/office/officeart/2005/8/layout/process3"/>
    <dgm:cxn modelId="{7D15793A-B9ED-4943-BEC6-5EDAE0A5BD65}" srcId="{511458D1-7F3A-403C-89AB-D8C9E2C7113D}" destId="{C345D8FB-7B88-4942-A027-F1010F7EDEDD}" srcOrd="0" destOrd="0" parTransId="{866FFBFB-98EB-41BF-B538-D7894B9A1B64}" sibTransId="{54423C21-040C-4EAF-916F-AB10396E6E16}"/>
    <dgm:cxn modelId="{6D872D61-31C5-4306-AF3E-158546AE44B3}" type="presOf" srcId="{F869C66F-9D62-4268-B926-718F44A9A1F3}" destId="{57998D07-4A0C-4F44-A639-85309D09F2CE}" srcOrd="0" destOrd="0" presId="urn:microsoft.com/office/officeart/2005/8/layout/process3"/>
    <dgm:cxn modelId="{F972834C-3465-4939-8FC6-A81967B6B4E9}" type="presOf" srcId="{07B5A69C-E740-4E6A-B0E4-77F9BEBB4F0F}" destId="{E71A5845-1740-4D5C-8575-36420D29EB7E}" srcOrd="0" destOrd="0" presId="urn:microsoft.com/office/officeart/2005/8/layout/process3"/>
    <dgm:cxn modelId="{E4A43F4E-A549-4D63-B581-94F50847801C}" type="presOf" srcId="{15055C4B-7D5E-4226-9C2B-081F1AE6ECA3}" destId="{31407779-C5EA-44CB-A29E-5BB592A6E2AF}" srcOrd="0" destOrd="0" presId="urn:microsoft.com/office/officeart/2005/8/layout/process3"/>
    <dgm:cxn modelId="{43099450-DA44-464D-AA4E-849561958E7E}" type="presOf" srcId="{511458D1-7F3A-403C-89AB-D8C9E2C7113D}" destId="{38AD33E2-2092-4C53-867C-F57606968F4E}" srcOrd="0" destOrd="0" presId="urn:microsoft.com/office/officeart/2005/8/layout/process3"/>
    <dgm:cxn modelId="{FC8BA659-D689-43D2-BE8A-DCE716397F1F}" srcId="{15055C4B-7D5E-4226-9C2B-081F1AE6ECA3}" destId="{511458D1-7F3A-403C-89AB-D8C9E2C7113D}" srcOrd="0" destOrd="0" parTransId="{5DB28EFE-C518-4FB7-B0EF-127DF82023EA}" sibTransId="{EFF513D5-8024-4DE2-A621-F1BBCD700E2A}"/>
    <dgm:cxn modelId="{AEEAE85A-7B2B-4853-AECD-CF13C35C00B6}" type="presOf" srcId="{511458D1-7F3A-403C-89AB-D8C9E2C7113D}" destId="{256A9155-8C87-48F7-B398-83323C042F18}" srcOrd="1" destOrd="0" presId="urn:microsoft.com/office/officeart/2005/8/layout/process3"/>
    <dgm:cxn modelId="{E9845780-5D94-486F-991A-D8D32DD02616}" type="presOf" srcId="{C4AD621B-36FD-4893-AED8-A03A954D373E}" destId="{0FB14DE8-7BBF-48B4-A8A2-6CED69276091}" srcOrd="1" destOrd="0" presId="urn:microsoft.com/office/officeart/2005/8/layout/process3"/>
    <dgm:cxn modelId="{242B198E-56EE-42C0-8B0C-3567D4731C1B}" srcId="{15055C4B-7D5E-4226-9C2B-081F1AE6ECA3}" destId="{F755D3DD-F8BC-4B68-B235-D5EA55C9F0DF}" srcOrd="1" destOrd="0" parTransId="{8E7B9D9E-3DC2-4074-A271-CFA8CACAF0D7}" sibTransId="{C4AD621B-36FD-4893-AED8-A03A954D373E}"/>
    <dgm:cxn modelId="{58DD6B98-8B48-4B28-A279-69640DFE7529}" type="presOf" srcId="{EFF513D5-8024-4DE2-A621-F1BBCD700E2A}" destId="{4A537991-24F0-4B40-A63D-739B07E3E50F}" srcOrd="1" destOrd="0" presId="urn:microsoft.com/office/officeart/2005/8/layout/process3"/>
    <dgm:cxn modelId="{83C0179B-B048-4789-9DC8-89E932CFB12E}" srcId="{15055C4B-7D5E-4226-9C2B-081F1AE6ECA3}" destId="{7DA5129B-72D8-46A0-8CF3-35E52B9322CF}" srcOrd="2" destOrd="0" parTransId="{F6DB136C-4283-4FCE-883E-102DB1970AC7}" sibTransId="{F869C66F-9D62-4268-B926-718F44A9A1F3}"/>
    <dgm:cxn modelId="{99D4409C-7C56-4214-A2C7-794310F798C6}" type="presOf" srcId="{F755D3DD-F8BC-4B68-B235-D5EA55C9F0DF}" destId="{C8CAC136-7E31-4B84-8959-7BDFB5A5A918}" srcOrd="1" destOrd="0" presId="urn:microsoft.com/office/officeart/2005/8/layout/process3"/>
    <dgm:cxn modelId="{3D09699D-9D41-479F-ACFB-08110CBC0923}" srcId="{15055C4B-7D5E-4226-9C2B-081F1AE6ECA3}" destId="{7AEC9AAD-4040-4C72-A2C9-E8BF7AEB076E}" srcOrd="3" destOrd="0" parTransId="{A070D4F8-105B-466D-8F45-21AC7575BE89}" sibTransId="{CEC9B22A-7D3C-482E-AAA1-0E430903C6B0}"/>
    <dgm:cxn modelId="{09FF709F-7CE8-41CD-BF5D-C4CBFA6F3BF0}" type="presOf" srcId="{7DA5129B-72D8-46A0-8CF3-35E52B9322CF}" destId="{658F4154-2E86-442C-A37B-C58D9DAAA90D}" srcOrd="1" destOrd="0" presId="urn:microsoft.com/office/officeart/2005/8/layout/process3"/>
    <dgm:cxn modelId="{982BDFB5-447D-4858-90A0-BBB08F0B8153}" type="presOf" srcId="{F869C66F-9D62-4268-B926-718F44A9A1F3}" destId="{E2BDD1EB-E110-42AE-8AC0-6667EB94BC65}" srcOrd="1" destOrd="0" presId="urn:microsoft.com/office/officeart/2005/8/layout/process3"/>
    <dgm:cxn modelId="{55E143B6-2826-45AB-99AB-2A67B3507A6D}" type="presOf" srcId="{C4AD621B-36FD-4893-AED8-A03A954D373E}" destId="{36194EBF-9CB7-4307-B6E6-1F775DB87E3B}" srcOrd="0" destOrd="0" presId="urn:microsoft.com/office/officeart/2005/8/layout/process3"/>
    <dgm:cxn modelId="{22CD51B8-E4BE-4E43-930E-DDF8B9412357}" srcId="{7DA5129B-72D8-46A0-8CF3-35E52B9322CF}" destId="{8A6957A0-544A-459A-B62C-87026BE3ADC9}" srcOrd="0" destOrd="0" parTransId="{25592192-CA82-4189-8141-666220788A89}" sibTransId="{BED9D6F4-12FE-4DD5-AB47-5FD5A930BAB6}"/>
    <dgm:cxn modelId="{6F860BBC-F33F-44CF-93EB-D0B210A65ECC}" type="presOf" srcId="{F755D3DD-F8BC-4B68-B235-D5EA55C9F0DF}" destId="{428DC97A-ADB5-4711-8B44-1424241B2B2F}" srcOrd="0" destOrd="0" presId="urn:microsoft.com/office/officeart/2005/8/layout/process3"/>
    <dgm:cxn modelId="{99E179CA-2977-4EA1-9E8B-17A50F815651}" type="presOf" srcId="{8A6957A0-544A-459A-B62C-87026BE3ADC9}" destId="{2501DB59-293D-4E1C-B74F-C3EDB46396C3}" srcOrd="0" destOrd="0" presId="urn:microsoft.com/office/officeart/2005/8/layout/process3"/>
    <dgm:cxn modelId="{05AB87E8-2618-45FD-8D46-AE964D015A6E}" type="presOf" srcId="{EFF513D5-8024-4DE2-A621-F1BBCD700E2A}" destId="{A5F7A621-E4F7-470C-B4DE-FD912B820E30}" srcOrd="0" destOrd="0" presId="urn:microsoft.com/office/officeart/2005/8/layout/process3"/>
    <dgm:cxn modelId="{0D07BEEA-64AD-4C0D-B3D6-3D7C7704132E}" type="presOf" srcId="{C345D8FB-7B88-4942-A027-F1010F7EDEDD}" destId="{19FE6E72-B3EB-4D6B-8446-7B2D6D97ECD2}" srcOrd="0" destOrd="0" presId="urn:microsoft.com/office/officeart/2005/8/layout/process3"/>
    <dgm:cxn modelId="{21CE88EE-77A4-451D-B5DF-3D0CC1B268CC}" type="presOf" srcId="{7DA5129B-72D8-46A0-8CF3-35E52B9322CF}" destId="{B44365FD-8FD8-40AF-80C2-EF1C673F09A1}" srcOrd="0" destOrd="0" presId="urn:microsoft.com/office/officeart/2005/8/layout/process3"/>
    <dgm:cxn modelId="{B33BEEAC-5983-43B2-931B-D410ECBAF36B}" type="presParOf" srcId="{31407779-C5EA-44CB-A29E-5BB592A6E2AF}" destId="{6F6A2EDC-EC45-4DA8-A567-EE4AAD7838F1}" srcOrd="0" destOrd="0" presId="urn:microsoft.com/office/officeart/2005/8/layout/process3"/>
    <dgm:cxn modelId="{C57480A8-D410-44CE-8791-18F455C6CDA3}" type="presParOf" srcId="{6F6A2EDC-EC45-4DA8-A567-EE4AAD7838F1}" destId="{38AD33E2-2092-4C53-867C-F57606968F4E}" srcOrd="0" destOrd="0" presId="urn:microsoft.com/office/officeart/2005/8/layout/process3"/>
    <dgm:cxn modelId="{57C49B29-0987-410E-A893-08A0747670DA}" type="presParOf" srcId="{6F6A2EDC-EC45-4DA8-A567-EE4AAD7838F1}" destId="{256A9155-8C87-48F7-B398-83323C042F18}" srcOrd="1" destOrd="0" presId="urn:microsoft.com/office/officeart/2005/8/layout/process3"/>
    <dgm:cxn modelId="{0762068E-0086-46AF-9F39-5861F6362F54}" type="presParOf" srcId="{6F6A2EDC-EC45-4DA8-A567-EE4AAD7838F1}" destId="{19FE6E72-B3EB-4D6B-8446-7B2D6D97ECD2}" srcOrd="2" destOrd="0" presId="urn:microsoft.com/office/officeart/2005/8/layout/process3"/>
    <dgm:cxn modelId="{33DC722A-04AE-4031-B002-B91013F7EAE2}" type="presParOf" srcId="{31407779-C5EA-44CB-A29E-5BB592A6E2AF}" destId="{A5F7A621-E4F7-470C-B4DE-FD912B820E30}" srcOrd="1" destOrd="0" presId="urn:microsoft.com/office/officeart/2005/8/layout/process3"/>
    <dgm:cxn modelId="{D57FC76B-C4AB-444C-86D3-8B53BCE732D0}" type="presParOf" srcId="{A5F7A621-E4F7-470C-B4DE-FD912B820E30}" destId="{4A537991-24F0-4B40-A63D-739B07E3E50F}" srcOrd="0" destOrd="0" presId="urn:microsoft.com/office/officeart/2005/8/layout/process3"/>
    <dgm:cxn modelId="{E8CC42AB-DE0A-4609-B428-7215B128F610}" type="presParOf" srcId="{31407779-C5EA-44CB-A29E-5BB592A6E2AF}" destId="{B3E905B7-6E88-4F07-8BA0-2808C8B5E966}" srcOrd="2" destOrd="0" presId="urn:microsoft.com/office/officeart/2005/8/layout/process3"/>
    <dgm:cxn modelId="{4EB4EF2E-6824-4FAE-B10A-426D616504FA}" type="presParOf" srcId="{B3E905B7-6E88-4F07-8BA0-2808C8B5E966}" destId="{428DC97A-ADB5-4711-8B44-1424241B2B2F}" srcOrd="0" destOrd="0" presId="urn:microsoft.com/office/officeart/2005/8/layout/process3"/>
    <dgm:cxn modelId="{BD9A28E6-F18D-435A-9301-8963A25B8826}" type="presParOf" srcId="{B3E905B7-6E88-4F07-8BA0-2808C8B5E966}" destId="{C8CAC136-7E31-4B84-8959-7BDFB5A5A918}" srcOrd="1" destOrd="0" presId="urn:microsoft.com/office/officeart/2005/8/layout/process3"/>
    <dgm:cxn modelId="{E050D3ED-2BFE-4F45-B38E-E891CFFB4CE4}" type="presParOf" srcId="{B3E905B7-6E88-4F07-8BA0-2808C8B5E966}" destId="{E71A5845-1740-4D5C-8575-36420D29EB7E}" srcOrd="2" destOrd="0" presId="urn:microsoft.com/office/officeart/2005/8/layout/process3"/>
    <dgm:cxn modelId="{C35C2126-8146-47CB-98D8-B1875569D4F3}" type="presParOf" srcId="{31407779-C5EA-44CB-A29E-5BB592A6E2AF}" destId="{36194EBF-9CB7-4307-B6E6-1F775DB87E3B}" srcOrd="3" destOrd="0" presId="urn:microsoft.com/office/officeart/2005/8/layout/process3"/>
    <dgm:cxn modelId="{5BBD65E9-5CBD-4351-A3F8-058556FA7917}" type="presParOf" srcId="{36194EBF-9CB7-4307-B6E6-1F775DB87E3B}" destId="{0FB14DE8-7BBF-48B4-A8A2-6CED69276091}" srcOrd="0" destOrd="0" presId="urn:microsoft.com/office/officeart/2005/8/layout/process3"/>
    <dgm:cxn modelId="{1052A997-A0ED-4E06-BAFB-B455064E0C65}" type="presParOf" srcId="{31407779-C5EA-44CB-A29E-5BB592A6E2AF}" destId="{FCA1FDF2-B82D-4654-926F-3B9E46F8B7C4}" srcOrd="4" destOrd="0" presId="urn:microsoft.com/office/officeart/2005/8/layout/process3"/>
    <dgm:cxn modelId="{9FC912D9-1158-4452-B06B-54125A670C00}" type="presParOf" srcId="{FCA1FDF2-B82D-4654-926F-3B9E46F8B7C4}" destId="{B44365FD-8FD8-40AF-80C2-EF1C673F09A1}" srcOrd="0" destOrd="0" presId="urn:microsoft.com/office/officeart/2005/8/layout/process3"/>
    <dgm:cxn modelId="{B6E106B9-140E-44B2-B2F8-8E0DF1AB5C1D}" type="presParOf" srcId="{FCA1FDF2-B82D-4654-926F-3B9E46F8B7C4}" destId="{658F4154-2E86-442C-A37B-C58D9DAAA90D}" srcOrd="1" destOrd="0" presId="urn:microsoft.com/office/officeart/2005/8/layout/process3"/>
    <dgm:cxn modelId="{0A8FDD4B-DBC5-4935-A877-368B983B8FFA}" type="presParOf" srcId="{FCA1FDF2-B82D-4654-926F-3B9E46F8B7C4}" destId="{2501DB59-293D-4E1C-B74F-C3EDB46396C3}" srcOrd="2" destOrd="0" presId="urn:microsoft.com/office/officeart/2005/8/layout/process3"/>
    <dgm:cxn modelId="{39FC4BFD-A190-4FC0-8B80-745DCB45708D}" type="presParOf" srcId="{31407779-C5EA-44CB-A29E-5BB592A6E2AF}" destId="{57998D07-4A0C-4F44-A639-85309D09F2CE}" srcOrd="5" destOrd="0" presId="urn:microsoft.com/office/officeart/2005/8/layout/process3"/>
    <dgm:cxn modelId="{76E4BDC0-99B3-4400-A6D0-D4ED6D57F902}" type="presParOf" srcId="{57998D07-4A0C-4F44-A639-85309D09F2CE}" destId="{E2BDD1EB-E110-42AE-8AC0-6667EB94BC65}" srcOrd="0" destOrd="0" presId="urn:microsoft.com/office/officeart/2005/8/layout/process3"/>
    <dgm:cxn modelId="{6EEA2AD0-EB7D-42AB-A1BE-3A30DC02E241}" type="presParOf" srcId="{31407779-C5EA-44CB-A29E-5BB592A6E2AF}" destId="{B00C9CDF-8B1C-4F1A-98B2-8CE08365F5E5}" srcOrd="6" destOrd="0" presId="urn:microsoft.com/office/officeart/2005/8/layout/process3"/>
    <dgm:cxn modelId="{7E13A93F-C463-4B52-8292-F50EE53BE2DD}" type="presParOf" srcId="{B00C9CDF-8B1C-4F1A-98B2-8CE08365F5E5}" destId="{DAA702AE-37D4-44D0-BE07-6FEA4C23E0C3}" srcOrd="0" destOrd="0" presId="urn:microsoft.com/office/officeart/2005/8/layout/process3"/>
    <dgm:cxn modelId="{8D336FC7-47FB-4023-8AAE-188C75572BD9}" type="presParOf" srcId="{B00C9CDF-8B1C-4F1A-98B2-8CE08365F5E5}" destId="{86F71864-EDF8-4BF3-BEE4-9B0F74DD4375}" srcOrd="1" destOrd="0" presId="urn:microsoft.com/office/officeart/2005/8/layout/process3"/>
    <dgm:cxn modelId="{56D718D4-2D30-4352-9334-B30D74A7AA44}" type="presParOf" srcId="{B00C9CDF-8B1C-4F1A-98B2-8CE08365F5E5}" destId="{352E2E5E-AECB-489D-AF1F-C3AD68E6084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DAD26F-08F8-4AF2-AC2C-2E54D2CB6A9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57CE73-4CFE-4604-9D21-B0E0A679D1F7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 생성 자동화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384FD96-4A4C-4BCB-AB3D-8508D2228352}" type="parTrans" cxnId="{43177901-E10E-4A2E-B487-D90386F30D51}">
      <dgm:prSet/>
      <dgm:spPr/>
      <dgm:t>
        <a:bodyPr/>
        <a:lstStyle/>
        <a:p>
          <a:endParaRPr lang="en-US"/>
        </a:p>
      </dgm:t>
    </dgm:pt>
    <dgm:pt modelId="{8A547E4D-743A-487D-9D6B-B9EF46857457}" type="sibTrans" cxnId="{43177901-E10E-4A2E-B487-D90386F30D51}">
      <dgm:prSet/>
      <dgm:spPr/>
      <dgm:t>
        <a:bodyPr/>
        <a:lstStyle/>
        <a:p>
          <a:endParaRPr lang="en-US"/>
        </a:p>
      </dgm:t>
    </dgm:pt>
    <dgm:pt modelId="{93BB7D11-8C9B-4509-B86F-95FE6647EEAD}">
      <dgm:prSet/>
      <dgm:spPr/>
      <dgm:t>
        <a:bodyPr/>
        <a:lstStyle/>
        <a:p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Genspark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B1BF63B-D57A-4CFA-B157-52F81BC2D742}" type="parTrans" cxnId="{5D900C61-D2D3-48E4-B429-2B32E3DA8FBF}">
      <dgm:prSet/>
      <dgm:spPr/>
      <dgm:t>
        <a:bodyPr/>
        <a:lstStyle/>
        <a:p>
          <a:endParaRPr lang="en-US"/>
        </a:p>
      </dgm:t>
    </dgm:pt>
    <dgm:pt modelId="{680F21B8-3FE7-45EA-AEAD-1C711413D377}" type="sibTrans" cxnId="{5D900C61-D2D3-48E4-B429-2B32E3DA8FBF}">
      <dgm:prSet/>
      <dgm:spPr/>
      <dgm:t>
        <a:bodyPr/>
        <a:lstStyle/>
        <a:p>
          <a:endParaRPr lang="en-US"/>
        </a:p>
      </dgm:t>
    </dgm:pt>
    <dgm:pt modelId="{703CA5FF-D645-4395-9B5A-DADA756F2948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 시각화 자동화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2E9CB73-2678-435D-9E92-12554C45B198}" type="parTrans" cxnId="{3011FC14-65A3-4535-AD36-703C9C0D8EBD}">
      <dgm:prSet/>
      <dgm:spPr/>
      <dgm:t>
        <a:bodyPr/>
        <a:lstStyle/>
        <a:p>
          <a:endParaRPr lang="en-US"/>
        </a:p>
      </dgm:t>
    </dgm:pt>
    <dgm:pt modelId="{41F90793-D041-4E8F-9656-88C93D4A3ACD}" type="sibTrans" cxnId="{3011FC14-65A3-4535-AD36-703C9C0D8EBD}">
      <dgm:prSet/>
      <dgm:spPr/>
      <dgm:t>
        <a:bodyPr/>
        <a:lstStyle/>
        <a:p>
          <a:endParaRPr lang="en-US"/>
        </a:p>
      </dgm:t>
    </dgm:pt>
    <dgm:pt modelId="{0A614BB3-CF2D-418E-AF46-0257EE82B58C}">
      <dgm:prSet/>
      <dgm:spPr/>
      <dgm:t>
        <a:bodyPr/>
        <a:lstStyle/>
        <a:p>
          <a:r>
            <a:rPr lang="en-US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Napkin</a:t>
          </a:r>
        </a:p>
      </dgm:t>
    </dgm:pt>
    <dgm:pt modelId="{7DE86F64-58BB-4193-A601-273DD56C028B}" type="parTrans" cxnId="{AFC33C1C-F7EA-4379-BBBC-A0559ACCD9DD}">
      <dgm:prSet/>
      <dgm:spPr/>
      <dgm:t>
        <a:bodyPr/>
        <a:lstStyle/>
        <a:p>
          <a:endParaRPr lang="en-US"/>
        </a:p>
      </dgm:t>
    </dgm:pt>
    <dgm:pt modelId="{01118A50-4C08-4262-9592-D0FEB95A3C2F}" type="sibTrans" cxnId="{AFC33C1C-F7EA-4379-BBBC-A0559ACCD9DD}">
      <dgm:prSet/>
      <dgm:spPr/>
      <dgm:t>
        <a:bodyPr/>
        <a:lstStyle/>
        <a:p>
          <a:endParaRPr lang="en-US"/>
        </a:p>
      </dgm:t>
    </dgm:pt>
    <dgm:pt modelId="{6683B5D9-574D-4426-9569-988B61A1EC4A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PPT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 생성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8DC73F4-265D-4367-8C35-FCD0F9922D53}" type="parTrans" cxnId="{1822EFAB-C486-46CE-9F1E-F6F8DC8F602A}">
      <dgm:prSet/>
      <dgm:spPr/>
      <dgm:t>
        <a:bodyPr/>
        <a:lstStyle/>
        <a:p>
          <a:endParaRPr lang="en-US"/>
        </a:p>
      </dgm:t>
    </dgm:pt>
    <dgm:pt modelId="{993DE1C3-0B42-48E3-A664-5380F586B328}" type="sibTrans" cxnId="{1822EFAB-C486-46CE-9F1E-F6F8DC8F602A}">
      <dgm:prSet/>
      <dgm:spPr/>
      <dgm:t>
        <a:bodyPr/>
        <a:lstStyle/>
        <a:p>
          <a:endParaRPr lang="en-US"/>
        </a:p>
      </dgm:t>
    </dgm:pt>
    <dgm:pt modelId="{FB900DAD-74E3-4889-80CE-B6688302A9E9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Gamma</a:t>
          </a:r>
        </a:p>
      </dgm:t>
    </dgm:pt>
    <dgm:pt modelId="{7731E852-AB0E-4E80-979A-C30251B7F8CE}" type="parTrans" cxnId="{D568EC64-B0DD-4911-90EA-C17EEA93B2C5}">
      <dgm:prSet/>
      <dgm:spPr/>
      <dgm:t>
        <a:bodyPr/>
        <a:lstStyle/>
        <a:p>
          <a:endParaRPr lang="en-US"/>
        </a:p>
      </dgm:t>
    </dgm:pt>
    <dgm:pt modelId="{0D77F751-6802-4AA5-B600-726703452943}" type="sibTrans" cxnId="{D568EC64-B0DD-4911-90EA-C17EEA93B2C5}">
      <dgm:prSet/>
      <dgm:spPr/>
      <dgm:t>
        <a:bodyPr/>
        <a:lstStyle/>
        <a:p>
          <a:endParaRPr lang="en-US"/>
        </a:p>
      </dgm:t>
    </dgm:pt>
    <dgm:pt modelId="{5A9E0F77-2C06-4F3F-9878-2DA3835C8312}">
      <dgm:prSet/>
      <dgm:spPr/>
      <dgm:t>
        <a:bodyPr/>
        <a:lstStyle/>
        <a:p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Goover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474682A-3CAC-4836-889E-B76F163A571F}" type="parTrans" cxnId="{E7498619-5F82-4B70-AE39-E975931DE28F}">
      <dgm:prSet/>
      <dgm:spPr/>
      <dgm:t>
        <a:bodyPr/>
        <a:lstStyle/>
        <a:p>
          <a:endParaRPr lang="en-US"/>
        </a:p>
      </dgm:t>
    </dgm:pt>
    <dgm:pt modelId="{79AAB1D9-02B6-434A-B336-B63768548A57}" type="sibTrans" cxnId="{E7498619-5F82-4B70-AE39-E975931DE28F}">
      <dgm:prSet/>
      <dgm:spPr/>
      <dgm:t>
        <a:bodyPr/>
        <a:lstStyle/>
        <a:p>
          <a:endParaRPr lang="en-US"/>
        </a:p>
      </dgm:t>
    </dgm:pt>
    <dgm:pt modelId="{C5AB2A39-AA9F-40F9-93E3-BC969628477F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Notion AI</a:t>
          </a:r>
        </a:p>
      </dgm:t>
    </dgm:pt>
    <dgm:pt modelId="{928557F7-EAB9-4832-909A-EF3F3A42BC7E}" type="parTrans" cxnId="{06213A66-5786-46BE-9751-8673A0243FB8}">
      <dgm:prSet/>
      <dgm:spPr/>
      <dgm:t>
        <a:bodyPr/>
        <a:lstStyle/>
        <a:p>
          <a:endParaRPr lang="en-US"/>
        </a:p>
      </dgm:t>
    </dgm:pt>
    <dgm:pt modelId="{10DB6F7B-27DD-47F7-9282-CF08303E9FA9}" type="sibTrans" cxnId="{06213A66-5786-46BE-9751-8673A0243FB8}">
      <dgm:prSet/>
      <dgm:spPr/>
      <dgm:t>
        <a:bodyPr/>
        <a:lstStyle/>
        <a:p>
          <a:endParaRPr lang="en-US"/>
        </a:p>
      </dgm:t>
    </dgm:pt>
    <dgm:pt modelId="{DCB5982F-2BD7-4BB1-A8F1-68AABAF7454C}">
      <dgm:prSet/>
      <dgm:spPr/>
      <dgm:t>
        <a:bodyPr/>
        <a:lstStyle/>
        <a:p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40BBE07-2921-43BD-A3EC-47342FC7E43A}" type="parTrans" cxnId="{B520606E-307C-4D05-8A57-8FFEA99C73FB}">
      <dgm:prSet/>
      <dgm:spPr/>
      <dgm:t>
        <a:bodyPr/>
        <a:lstStyle/>
        <a:p>
          <a:endParaRPr lang="en-US"/>
        </a:p>
      </dgm:t>
    </dgm:pt>
    <dgm:pt modelId="{DE7AD8EF-4E74-47DA-91F6-BF5F951373D2}" type="sibTrans" cxnId="{B520606E-307C-4D05-8A57-8FFEA99C73FB}">
      <dgm:prSet/>
      <dgm:spPr/>
      <dgm:t>
        <a:bodyPr/>
        <a:lstStyle/>
        <a:p>
          <a:endParaRPr lang="en-US"/>
        </a:p>
      </dgm:t>
    </dgm:pt>
    <dgm:pt modelId="{5CEFA0DD-E6BA-4171-ADC8-5BBF78BFDD6C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업무자동화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63261D4-B19F-4D26-A708-D7374C9997E7}" type="parTrans" cxnId="{5E9A51F4-A0B7-4F64-B643-4657FBF9174D}">
      <dgm:prSet/>
      <dgm:spPr/>
      <dgm:t>
        <a:bodyPr/>
        <a:lstStyle/>
        <a:p>
          <a:endParaRPr lang="en-US"/>
        </a:p>
      </dgm:t>
    </dgm:pt>
    <dgm:pt modelId="{D5AE367B-2CF1-44CC-BFC2-7AA3C81EEC29}" type="sibTrans" cxnId="{5E9A51F4-A0B7-4F64-B643-4657FBF9174D}">
      <dgm:prSet/>
      <dgm:spPr/>
      <dgm:t>
        <a:bodyPr/>
        <a:lstStyle/>
        <a:p>
          <a:endParaRPr lang="en-US"/>
        </a:p>
      </dgm:t>
    </dgm:pt>
    <dgm:pt modelId="{EB39EBEC-0422-4A65-9D83-62D54915D7F5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Zapier</a:t>
          </a:r>
        </a:p>
      </dgm:t>
    </dgm:pt>
    <dgm:pt modelId="{EA471D23-4DA4-4F76-BA94-B36B63CB1AB1}" type="parTrans" cxnId="{4BD3DD7D-B7DA-4073-9CAA-691889CFB722}">
      <dgm:prSet/>
      <dgm:spPr/>
      <dgm:t>
        <a:bodyPr/>
        <a:lstStyle/>
        <a:p>
          <a:endParaRPr lang="en-US"/>
        </a:p>
      </dgm:t>
    </dgm:pt>
    <dgm:pt modelId="{1E29B773-DD39-41CE-B797-5A842B683DE7}" type="sibTrans" cxnId="{4BD3DD7D-B7DA-4073-9CAA-691889CFB722}">
      <dgm:prSet/>
      <dgm:spPr/>
      <dgm:t>
        <a:bodyPr/>
        <a:lstStyle/>
        <a:p>
          <a:endParaRPr lang="en-US"/>
        </a:p>
      </dgm:t>
    </dgm:pt>
    <dgm:pt modelId="{53947688-FE30-4CCC-936C-2B9096D72302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n8n</a:t>
          </a:r>
        </a:p>
      </dgm:t>
    </dgm:pt>
    <dgm:pt modelId="{5076B3C3-86E2-4826-8EA7-E2282ACF3952}" type="parTrans" cxnId="{526BA7D8-44B7-4597-9576-94FEE1A1E178}">
      <dgm:prSet/>
      <dgm:spPr/>
      <dgm:t>
        <a:bodyPr/>
        <a:lstStyle/>
        <a:p>
          <a:endParaRPr lang="en-US"/>
        </a:p>
      </dgm:t>
    </dgm:pt>
    <dgm:pt modelId="{F89DA33D-5445-4752-8CA6-CE412170A366}" type="sibTrans" cxnId="{526BA7D8-44B7-4597-9576-94FEE1A1E178}">
      <dgm:prSet/>
      <dgm:spPr/>
      <dgm:t>
        <a:bodyPr/>
        <a:lstStyle/>
        <a:p>
          <a:endParaRPr lang="en-US"/>
        </a:p>
      </dgm:t>
    </dgm:pt>
    <dgm:pt modelId="{8FAD9E46-EACB-45B1-A098-823B3B6B5AA5}" type="pres">
      <dgm:prSet presAssocID="{52DAD26F-08F8-4AF2-AC2C-2E54D2CB6A9B}" presName="diagram" presStyleCnt="0">
        <dgm:presLayoutVars>
          <dgm:dir/>
          <dgm:resizeHandles val="exact"/>
        </dgm:presLayoutVars>
      </dgm:prSet>
      <dgm:spPr/>
    </dgm:pt>
    <dgm:pt modelId="{7A424143-5349-4B4F-91E2-90894417CFAA}" type="pres">
      <dgm:prSet presAssocID="{1E57CE73-4CFE-4604-9D21-B0E0A679D1F7}" presName="node" presStyleLbl="node1" presStyleIdx="0" presStyleCnt="4">
        <dgm:presLayoutVars>
          <dgm:bulletEnabled val="1"/>
        </dgm:presLayoutVars>
      </dgm:prSet>
      <dgm:spPr/>
    </dgm:pt>
    <dgm:pt modelId="{87205E75-7FD9-455F-863A-A2C66473E890}" type="pres">
      <dgm:prSet presAssocID="{8A547E4D-743A-487D-9D6B-B9EF46857457}" presName="sibTrans" presStyleCnt="0"/>
      <dgm:spPr/>
    </dgm:pt>
    <dgm:pt modelId="{CA823B72-C545-44E3-ACE5-2AB473F00235}" type="pres">
      <dgm:prSet presAssocID="{703CA5FF-D645-4395-9B5A-DADA756F2948}" presName="node" presStyleLbl="node1" presStyleIdx="1" presStyleCnt="4">
        <dgm:presLayoutVars>
          <dgm:bulletEnabled val="1"/>
        </dgm:presLayoutVars>
      </dgm:prSet>
      <dgm:spPr/>
    </dgm:pt>
    <dgm:pt modelId="{5CF55C93-D91F-456A-BE36-76B2303DE6DB}" type="pres">
      <dgm:prSet presAssocID="{41F90793-D041-4E8F-9656-88C93D4A3ACD}" presName="sibTrans" presStyleCnt="0"/>
      <dgm:spPr/>
    </dgm:pt>
    <dgm:pt modelId="{198B279E-0E8A-4E3B-8B0A-BD26F016FB68}" type="pres">
      <dgm:prSet presAssocID="{6683B5D9-574D-4426-9569-988B61A1EC4A}" presName="node" presStyleLbl="node1" presStyleIdx="2" presStyleCnt="4">
        <dgm:presLayoutVars>
          <dgm:bulletEnabled val="1"/>
        </dgm:presLayoutVars>
      </dgm:prSet>
      <dgm:spPr/>
    </dgm:pt>
    <dgm:pt modelId="{A09513F4-B486-4412-B048-8A501E917C93}" type="pres">
      <dgm:prSet presAssocID="{993DE1C3-0B42-48E3-A664-5380F586B328}" presName="sibTrans" presStyleCnt="0"/>
      <dgm:spPr/>
    </dgm:pt>
    <dgm:pt modelId="{1BDA9136-CAAA-48CD-9395-87314B5A2B42}" type="pres">
      <dgm:prSet presAssocID="{5CEFA0DD-E6BA-4171-ADC8-5BBF78BFDD6C}" presName="node" presStyleLbl="node1" presStyleIdx="3" presStyleCnt="4">
        <dgm:presLayoutVars>
          <dgm:bulletEnabled val="1"/>
        </dgm:presLayoutVars>
      </dgm:prSet>
      <dgm:spPr/>
    </dgm:pt>
  </dgm:ptLst>
  <dgm:cxnLst>
    <dgm:cxn modelId="{43177901-E10E-4A2E-B487-D90386F30D51}" srcId="{52DAD26F-08F8-4AF2-AC2C-2E54D2CB6A9B}" destId="{1E57CE73-4CFE-4604-9D21-B0E0A679D1F7}" srcOrd="0" destOrd="0" parTransId="{7384FD96-4A4C-4BCB-AB3D-8508D2228352}" sibTransId="{8A547E4D-743A-487D-9D6B-B9EF46857457}"/>
    <dgm:cxn modelId="{4E6DE60F-6805-4BFC-AB56-87D1DAFD63E2}" type="presOf" srcId="{0A614BB3-CF2D-418E-AF46-0257EE82B58C}" destId="{CA823B72-C545-44E3-ACE5-2AB473F00235}" srcOrd="0" destOrd="1" presId="urn:microsoft.com/office/officeart/2005/8/layout/default"/>
    <dgm:cxn modelId="{3011FC14-65A3-4535-AD36-703C9C0D8EBD}" srcId="{52DAD26F-08F8-4AF2-AC2C-2E54D2CB6A9B}" destId="{703CA5FF-D645-4395-9B5A-DADA756F2948}" srcOrd="1" destOrd="0" parTransId="{62E9CB73-2678-435D-9E92-12554C45B198}" sibTransId="{41F90793-D041-4E8F-9656-88C93D4A3ACD}"/>
    <dgm:cxn modelId="{E7498619-5F82-4B70-AE39-E975931DE28F}" srcId="{1E57CE73-4CFE-4604-9D21-B0E0A679D1F7}" destId="{5A9E0F77-2C06-4F3F-9878-2DA3835C8312}" srcOrd="1" destOrd="0" parTransId="{D474682A-3CAC-4836-889E-B76F163A571F}" sibTransId="{79AAB1D9-02B6-434A-B336-B63768548A57}"/>
    <dgm:cxn modelId="{AFC33C1C-F7EA-4379-BBBC-A0559ACCD9DD}" srcId="{703CA5FF-D645-4395-9B5A-DADA756F2948}" destId="{0A614BB3-CF2D-418E-AF46-0257EE82B58C}" srcOrd="0" destOrd="0" parTransId="{7DE86F64-58BB-4193-A601-273DD56C028B}" sibTransId="{01118A50-4C08-4262-9592-D0FEB95A3C2F}"/>
    <dgm:cxn modelId="{AFF89624-9C7C-4027-9D7F-6FBD64AFCFAF}" type="presOf" srcId="{FB900DAD-74E3-4889-80CE-B6688302A9E9}" destId="{198B279E-0E8A-4E3B-8B0A-BD26F016FB68}" srcOrd="0" destOrd="1" presId="urn:microsoft.com/office/officeart/2005/8/layout/default"/>
    <dgm:cxn modelId="{6BC64D25-E1A9-4F8B-95D0-498256F6F1AB}" type="presOf" srcId="{5A9E0F77-2C06-4F3F-9878-2DA3835C8312}" destId="{7A424143-5349-4B4F-91E2-90894417CFAA}" srcOrd="0" destOrd="2" presId="urn:microsoft.com/office/officeart/2005/8/layout/default"/>
    <dgm:cxn modelId="{5D900C61-D2D3-48E4-B429-2B32E3DA8FBF}" srcId="{1E57CE73-4CFE-4604-9D21-B0E0A679D1F7}" destId="{93BB7D11-8C9B-4509-B86F-95FE6647EEAD}" srcOrd="0" destOrd="0" parTransId="{9B1BF63B-D57A-4CFA-B157-52F81BC2D742}" sibTransId="{680F21B8-3FE7-45EA-AEAD-1C711413D377}"/>
    <dgm:cxn modelId="{D568EC64-B0DD-4911-90EA-C17EEA93B2C5}" srcId="{6683B5D9-574D-4426-9569-988B61A1EC4A}" destId="{FB900DAD-74E3-4889-80CE-B6688302A9E9}" srcOrd="0" destOrd="0" parTransId="{7731E852-AB0E-4E80-979A-C30251B7F8CE}" sibTransId="{0D77F751-6802-4AA5-B600-726703452943}"/>
    <dgm:cxn modelId="{06213A66-5786-46BE-9751-8673A0243FB8}" srcId="{1E57CE73-4CFE-4604-9D21-B0E0A679D1F7}" destId="{C5AB2A39-AA9F-40F9-93E3-BC969628477F}" srcOrd="2" destOrd="0" parTransId="{928557F7-EAB9-4832-909A-EF3F3A42BC7E}" sibTransId="{10DB6F7B-27DD-47F7-9282-CF08303E9FA9}"/>
    <dgm:cxn modelId="{7DA39746-4697-4DD6-B093-0AA93D706FD5}" type="presOf" srcId="{703CA5FF-D645-4395-9B5A-DADA756F2948}" destId="{CA823B72-C545-44E3-ACE5-2AB473F00235}" srcOrd="0" destOrd="0" presId="urn:microsoft.com/office/officeart/2005/8/layout/default"/>
    <dgm:cxn modelId="{434DD34D-DDD5-4187-81F6-F19F83D0CA83}" type="presOf" srcId="{DCB5982F-2BD7-4BB1-A8F1-68AABAF7454C}" destId="{7A424143-5349-4B4F-91E2-90894417CFAA}" srcOrd="0" destOrd="4" presId="urn:microsoft.com/office/officeart/2005/8/layout/default"/>
    <dgm:cxn modelId="{B520606E-307C-4D05-8A57-8FFEA99C73FB}" srcId="{1E57CE73-4CFE-4604-9D21-B0E0A679D1F7}" destId="{DCB5982F-2BD7-4BB1-A8F1-68AABAF7454C}" srcOrd="3" destOrd="0" parTransId="{040BBE07-2921-43BD-A3EC-47342FC7E43A}" sibTransId="{DE7AD8EF-4E74-47DA-91F6-BF5F951373D2}"/>
    <dgm:cxn modelId="{1D68EC72-E803-453F-B99A-C059698CEAB1}" type="presOf" srcId="{1E57CE73-4CFE-4604-9D21-B0E0A679D1F7}" destId="{7A424143-5349-4B4F-91E2-90894417CFAA}" srcOrd="0" destOrd="0" presId="urn:microsoft.com/office/officeart/2005/8/layout/default"/>
    <dgm:cxn modelId="{BC19EB74-53C4-46B4-B418-B666CFF974A5}" type="presOf" srcId="{53947688-FE30-4CCC-936C-2B9096D72302}" destId="{1BDA9136-CAAA-48CD-9395-87314B5A2B42}" srcOrd="0" destOrd="2" presId="urn:microsoft.com/office/officeart/2005/8/layout/default"/>
    <dgm:cxn modelId="{090A6E7D-6D68-42F5-ABC0-FCB52A32E515}" type="presOf" srcId="{C5AB2A39-AA9F-40F9-93E3-BC969628477F}" destId="{7A424143-5349-4B4F-91E2-90894417CFAA}" srcOrd="0" destOrd="3" presId="urn:microsoft.com/office/officeart/2005/8/layout/default"/>
    <dgm:cxn modelId="{4BD3DD7D-B7DA-4073-9CAA-691889CFB722}" srcId="{5CEFA0DD-E6BA-4171-ADC8-5BBF78BFDD6C}" destId="{EB39EBEC-0422-4A65-9D83-62D54915D7F5}" srcOrd="0" destOrd="0" parTransId="{EA471D23-4DA4-4F76-BA94-B36B63CB1AB1}" sibTransId="{1E29B773-DD39-41CE-B797-5A842B683DE7}"/>
    <dgm:cxn modelId="{99D6FC7F-16C3-4ED5-A6ED-F2651AE0879F}" type="presOf" srcId="{93BB7D11-8C9B-4509-B86F-95FE6647EEAD}" destId="{7A424143-5349-4B4F-91E2-90894417CFAA}" srcOrd="0" destOrd="1" presId="urn:microsoft.com/office/officeart/2005/8/layout/default"/>
    <dgm:cxn modelId="{CD075BAA-707B-438A-931F-E728FC571105}" type="presOf" srcId="{52DAD26F-08F8-4AF2-AC2C-2E54D2CB6A9B}" destId="{8FAD9E46-EACB-45B1-A098-823B3B6B5AA5}" srcOrd="0" destOrd="0" presId="urn:microsoft.com/office/officeart/2005/8/layout/default"/>
    <dgm:cxn modelId="{1822EFAB-C486-46CE-9F1E-F6F8DC8F602A}" srcId="{52DAD26F-08F8-4AF2-AC2C-2E54D2CB6A9B}" destId="{6683B5D9-574D-4426-9569-988B61A1EC4A}" srcOrd="2" destOrd="0" parTransId="{28DC73F4-265D-4367-8C35-FCD0F9922D53}" sibTransId="{993DE1C3-0B42-48E3-A664-5380F586B328}"/>
    <dgm:cxn modelId="{5C4273BB-AC16-4A72-AADE-BD79F58E8DDD}" type="presOf" srcId="{EB39EBEC-0422-4A65-9D83-62D54915D7F5}" destId="{1BDA9136-CAAA-48CD-9395-87314B5A2B42}" srcOrd="0" destOrd="1" presId="urn:microsoft.com/office/officeart/2005/8/layout/default"/>
    <dgm:cxn modelId="{7EE205C7-79AB-4485-B102-67B92A451BBA}" type="presOf" srcId="{5CEFA0DD-E6BA-4171-ADC8-5BBF78BFDD6C}" destId="{1BDA9136-CAAA-48CD-9395-87314B5A2B42}" srcOrd="0" destOrd="0" presId="urn:microsoft.com/office/officeart/2005/8/layout/default"/>
    <dgm:cxn modelId="{526BA7D8-44B7-4597-9576-94FEE1A1E178}" srcId="{5CEFA0DD-E6BA-4171-ADC8-5BBF78BFDD6C}" destId="{53947688-FE30-4CCC-936C-2B9096D72302}" srcOrd="1" destOrd="0" parTransId="{5076B3C3-86E2-4826-8EA7-E2282ACF3952}" sibTransId="{F89DA33D-5445-4752-8CA6-CE412170A366}"/>
    <dgm:cxn modelId="{A84B08EF-243E-45B9-9FB1-53E1E2E3543F}" type="presOf" srcId="{6683B5D9-574D-4426-9569-988B61A1EC4A}" destId="{198B279E-0E8A-4E3B-8B0A-BD26F016FB68}" srcOrd="0" destOrd="0" presId="urn:microsoft.com/office/officeart/2005/8/layout/default"/>
    <dgm:cxn modelId="{5E9A51F4-A0B7-4F64-B643-4657FBF9174D}" srcId="{52DAD26F-08F8-4AF2-AC2C-2E54D2CB6A9B}" destId="{5CEFA0DD-E6BA-4171-ADC8-5BBF78BFDD6C}" srcOrd="3" destOrd="0" parTransId="{363261D4-B19F-4D26-A708-D7374C9997E7}" sibTransId="{D5AE367B-2CF1-44CC-BFC2-7AA3C81EEC29}"/>
    <dgm:cxn modelId="{C504883B-7818-4B05-B54A-220FF4EA3342}" type="presParOf" srcId="{8FAD9E46-EACB-45B1-A098-823B3B6B5AA5}" destId="{7A424143-5349-4B4F-91E2-90894417CFAA}" srcOrd="0" destOrd="0" presId="urn:microsoft.com/office/officeart/2005/8/layout/default"/>
    <dgm:cxn modelId="{0A5A3468-5CF9-43E7-9A23-F4E8462B295B}" type="presParOf" srcId="{8FAD9E46-EACB-45B1-A098-823B3B6B5AA5}" destId="{87205E75-7FD9-455F-863A-A2C66473E890}" srcOrd="1" destOrd="0" presId="urn:microsoft.com/office/officeart/2005/8/layout/default"/>
    <dgm:cxn modelId="{5E23299E-5F5E-40F3-982B-675EBB622E4A}" type="presParOf" srcId="{8FAD9E46-EACB-45B1-A098-823B3B6B5AA5}" destId="{CA823B72-C545-44E3-ACE5-2AB473F00235}" srcOrd="2" destOrd="0" presId="urn:microsoft.com/office/officeart/2005/8/layout/default"/>
    <dgm:cxn modelId="{D0610739-650C-4DE1-922E-DB7601F5BD62}" type="presParOf" srcId="{8FAD9E46-EACB-45B1-A098-823B3B6B5AA5}" destId="{5CF55C93-D91F-456A-BE36-76B2303DE6DB}" srcOrd="3" destOrd="0" presId="urn:microsoft.com/office/officeart/2005/8/layout/default"/>
    <dgm:cxn modelId="{7AC4CC63-8D34-431E-BEBB-56C787B5F1E8}" type="presParOf" srcId="{8FAD9E46-EACB-45B1-A098-823B3B6B5AA5}" destId="{198B279E-0E8A-4E3B-8B0A-BD26F016FB68}" srcOrd="4" destOrd="0" presId="urn:microsoft.com/office/officeart/2005/8/layout/default"/>
    <dgm:cxn modelId="{3453F031-9E58-4795-817B-8559F1F6F083}" type="presParOf" srcId="{8FAD9E46-EACB-45B1-A098-823B3B6B5AA5}" destId="{A09513F4-B486-4412-B048-8A501E917C93}" srcOrd="5" destOrd="0" presId="urn:microsoft.com/office/officeart/2005/8/layout/default"/>
    <dgm:cxn modelId="{0E71B4E0-B318-42A1-B270-8A569FDF4268}" type="presParOf" srcId="{8FAD9E46-EACB-45B1-A098-823B3B6B5AA5}" destId="{1BDA9136-CAAA-48CD-9395-87314B5A2B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372CEE-7365-4DED-81D1-F094B4E7CBFC}" type="doc">
      <dgm:prSet loTypeId="urn:microsoft.com/office/officeart/2005/8/layout/hProcess1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E5DFDD-274D-4759-B9F2-E6DA7912F43F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자료 수집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1B42074-D7D9-4DBE-B1DD-382089D4BDE4}" type="parTrans" cxnId="{116E0332-07BF-4B61-A068-BD2283082F72}">
      <dgm:prSet/>
      <dgm:spPr/>
      <dgm:t>
        <a:bodyPr/>
        <a:lstStyle/>
        <a:p>
          <a:endParaRPr lang="en-US"/>
        </a:p>
      </dgm:t>
    </dgm:pt>
    <dgm:pt modelId="{7E3D1435-9DC6-47EE-A8C6-42B76E7885E3}" type="sibTrans" cxnId="{116E0332-07BF-4B61-A068-BD2283082F72}">
      <dgm:prSet/>
      <dgm:spPr/>
      <dgm:t>
        <a:bodyPr/>
        <a:lstStyle/>
        <a:p>
          <a:endParaRPr lang="en-US"/>
        </a:p>
      </dgm:t>
    </dgm:pt>
    <dgm:pt modelId="{E88108EB-0FE1-424F-90E9-D76B22B5842B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 요약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F4A89B1-D610-4D66-B4B1-88FBF973F587}" type="parTrans" cxnId="{69506C23-152C-4AE9-A0EA-2A95F137879E}">
      <dgm:prSet/>
      <dgm:spPr/>
      <dgm:t>
        <a:bodyPr/>
        <a:lstStyle/>
        <a:p>
          <a:endParaRPr lang="en-US"/>
        </a:p>
      </dgm:t>
    </dgm:pt>
    <dgm:pt modelId="{78C5A35D-FED8-4E39-8A83-BEB18619B996}" type="sibTrans" cxnId="{69506C23-152C-4AE9-A0EA-2A95F137879E}">
      <dgm:prSet/>
      <dgm:spPr/>
      <dgm:t>
        <a:bodyPr/>
        <a:lstStyle/>
        <a:p>
          <a:endParaRPr lang="en-US"/>
        </a:p>
      </dgm:t>
    </dgm:pt>
    <dgm:pt modelId="{FE7EC962-D561-45B8-A0AB-FDC08EC9721E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 자동 작성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5E4C65D-0D94-4976-8714-E710667399A9}" type="parTrans" cxnId="{B088E5B3-8801-48BB-A5E4-7A04D09DF6A0}">
      <dgm:prSet/>
      <dgm:spPr/>
      <dgm:t>
        <a:bodyPr/>
        <a:lstStyle/>
        <a:p>
          <a:endParaRPr lang="en-US"/>
        </a:p>
      </dgm:t>
    </dgm:pt>
    <dgm:pt modelId="{3983C681-A135-4092-BB68-6DE43E318FFD}" type="sibTrans" cxnId="{B088E5B3-8801-48BB-A5E4-7A04D09DF6A0}">
      <dgm:prSet/>
      <dgm:spPr/>
      <dgm:t>
        <a:bodyPr/>
        <a:lstStyle/>
        <a:p>
          <a:endParaRPr lang="en-US"/>
        </a:p>
      </dgm:t>
    </dgm:pt>
    <dgm:pt modelId="{0BEB512F-8112-4A21-AE29-4A8286377DBA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PPT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및 엑셀 자동 생성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DB52C59-4260-4DCC-AA8E-BF333F41E788}" type="parTrans" cxnId="{B2055AA3-6F22-4E59-AAE7-56BA31B3A251}">
      <dgm:prSet/>
      <dgm:spPr/>
      <dgm:t>
        <a:bodyPr/>
        <a:lstStyle/>
        <a:p>
          <a:endParaRPr lang="en-US"/>
        </a:p>
      </dgm:t>
    </dgm:pt>
    <dgm:pt modelId="{49ADDE18-EE56-470E-9C92-A3494FA4E0AB}" type="sibTrans" cxnId="{B2055AA3-6F22-4E59-AAE7-56BA31B3A251}">
      <dgm:prSet/>
      <dgm:spPr/>
      <dgm:t>
        <a:bodyPr/>
        <a:lstStyle/>
        <a:p>
          <a:endParaRPr lang="en-US"/>
        </a:p>
      </dgm:t>
    </dgm:pt>
    <dgm:pt modelId="{A153DF73-403F-46FF-B587-3C1D26102E45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편집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/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검증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30728A2-CD52-4EEC-AD32-41E95B742171}" type="parTrans" cxnId="{4B659782-16D4-45BF-9537-EF4538ACB9CA}">
      <dgm:prSet/>
      <dgm:spPr/>
      <dgm:t>
        <a:bodyPr/>
        <a:lstStyle/>
        <a:p>
          <a:endParaRPr lang="en-US"/>
        </a:p>
      </dgm:t>
    </dgm:pt>
    <dgm:pt modelId="{67F9A9A1-4196-4972-AD4C-E9106BF50986}" type="sibTrans" cxnId="{4B659782-16D4-45BF-9537-EF4538ACB9CA}">
      <dgm:prSet/>
      <dgm:spPr/>
      <dgm:t>
        <a:bodyPr/>
        <a:lstStyle/>
        <a:p>
          <a:endParaRPr lang="en-US"/>
        </a:p>
      </dgm:t>
    </dgm:pt>
    <dgm:pt modelId="{601E0D78-C333-4746-91A6-3429B4E8B88A}">
      <dgm:prSet/>
      <dgm:spPr/>
      <dgm:t>
        <a:bodyPr/>
        <a:lstStyle/>
        <a:p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최종 배포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8ED1AB6-DE1E-45D7-9373-0CC8D53E32F8}" type="parTrans" cxnId="{52998338-C747-4BAB-A60D-9099882225B6}">
      <dgm:prSet/>
      <dgm:spPr/>
      <dgm:t>
        <a:bodyPr/>
        <a:lstStyle/>
        <a:p>
          <a:endParaRPr lang="en-US"/>
        </a:p>
      </dgm:t>
    </dgm:pt>
    <dgm:pt modelId="{4E355196-BA3E-40C5-9BDD-6C1026C49907}" type="sibTrans" cxnId="{52998338-C747-4BAB-A60D-9099882225B6}">
      <dgm:prSet/>
      <dgm:spPr/>
      <dgm:t>
        <a:bodyPr/>
        <a:lstStyle/>
        <a:p>
          <a:endParaRPr lang="en-US"/>
        </a:p>
      </dgm:t>
    </dgm:pt>
    <dgm:pt modelId="{7585C629-CBDD-4886-B7CD-E031CC1FC359}" type="pres">
      <dgm:prSet presAssocID="{C7372CEE-7365-4DED-81D1-F094B4E7CBFC}" presName="Name0" presStyleCnt="0">
        <dgm:presLayoutVars>
          <dgm:dir/>
          <dgm:resizeHandles val="exact"/>
        </dgm:presLayoutVars>
      </dgm:prSet>
      <dgm:spPr/>
    </dgm:pt>
    <dgm:pt modelId="{5F8E845F-A3C8-43A6-B927-65310834765D}" type="pres">
      <dgm:prSet presAssocID="{C7372CEE-7365-4DED-81D1-F094B4E7CBFC}" presName="arrow" presStyleLbl="bgShp" presStyleIdx="0" presStyleCnt="1"/>
      <dgm:spPr/>
    </dgm:pt>
    <dgm:pt modelId="{4F7D16C9-9027-4DCE-AC65-2DD2E68977C2}" type="pres">
      <dgm:prSet presAssocID="{C7372CEE-7365-4DED-81D1-F094B4E7CBFC}" presName="points" presStyleCnt="0"/>
      <dgm:spPr/>
    </dgm:pt>
    <dgm:pt modelId="{993D1757-9141-4B32-BCFC-328E5E1BF242}" type="pres">
      <dgm:prSet presAssocID="{B7E5DFDD-274D-4759-B9F2-E6DA7912F43F}" presName="compositeA" presStyleCnt="0"/>
      <dgm:spPr/>
    </dgm:pt>
    <dgm:pt modelId="{6BE58BB6-18CF-4A01-A6B4-C51F6A4A35F4}" type="pres">
      <dgm:prSet presAssocID="{B7E5DFDD-274D-4759-B9F2-E6DA7912F43F}" presName="textA" presStyleLbl="revTx" presStyleIdx="0" presStyleCnt="6">
        <dgm:presLayoutVars>
          <dgm:bulletEnabled val="1"/>
        </dgm:presLayoutVars>
      </dgm:prSet>
      <dgm:spPr/>
    </dgm:pt>
    <dgm:pt modelId="{14ECF204-BA23-46BE-B23E-1C43DA52EB7B}" type="pres">
      <dgm:prSet presAssocID="{B7E5DFDD-274D-4759-B9F2-E6DA7912F43F}" presName="circleA" presStyleLbl="node1" presStyleIdx="0" presStyleCnt="6"/>
      <dgm:spPr/>
    </dgm:pt>
    <dgm:pt modelId="{80E2924D-C869-4439-AA73-425176EC2C3C}" type="pres">
      <dgm:prSet presAssocID="{B7E5DFDD-274D-4759-B9F2-E6DA7912F43F}" presName="spaceA" presStyleCnt="0"/>
      <dgm:spPr/>
    </dgm:pt>
    <dgm:pt modelId="{6080DC09-C636-4BFE-B085-D2466014361A}" type="pres">
      <dgm:prSet presAssocID="{7E3D1435-9DC6-47EE-A8C6-42B76E7885E3}" presName="space" presStyleCnt="0"/>
      <dgm:spPr/>
    </dgm:pt>
    <dgm:pt modelId="{5A01322E-7E6A-42B6-9EBC-30F1C9A023E2}" type="pres">
      <dgm:prSet presAssocID="{E88108EB-0FE1-424F-90E9-D76B22B5842B}" presName="compositeB" presStyleCnt="0"/>
      <dgm:spPr/>
    </dgm:pt>
    <dgm:pt modelId="{2C5CAA80-DDE8-44E4-BB0F-0BFC8FFD070C}" type="pres">
      <dgm:prSet presAssocID="{E88108EB-0FE1-424F-90E9-D76B22B5842B}" presName="textB" presStyleLbl="revTx" presStyleIdx="1" presStyleCnt="6">
        <dgm:presLayoutVars>
          <dgm:bulletEnabled val="1"/>
        </dgm:presLayoutVars>
      </dgm:prSet>
      <dgm:spPr/>
    </dgm:pt>
    <dgm:pt modelId="{EFF7B539-5510-4BC7-A054-2AD6DBF3C8B1}" type="pres">
      <dgm:prSet presAssocID="{E88108EB-0FE1-424F-90E9-D76B22B5842B}" presName="circleB" presStyleLbl="node1" presStyleIdx="1" presStyleCnt="6"/>
      <dgm:spPr/>
    </dgm:pt>
    <dgm:pt modelId="{4CA9D8C4-88C9-4696-B4DC-9D3CDF8DC931}" type="pres">
      <dgm:prSet presAssocID="{E88108EB-0FE1-424F-90E9-D76B22B5842B}" presName="spaceB" presStyleCnt="0"/>
      <dgm:spPr/>
    </dgm:pt>
    <dgm:pt modelId="{981C2C26-0242-406C-99B3-5E738FDFA704}" type="pres">
      <dgm:prSet presAssocID="{78C5A35D-FED8-4E39-8A83-BEB18619B996}" presName="space" presStyleCnt="0"/>
      <dgm:spPr/>
    </dgm:pt>
    <dgm:pt modelId="{B4589771-3B4E-400D-8C0D-3669914CBBCE}" type="pres">
      <dgm:prSet presAssocID="{FE7EC962-D561-45B8-A0AB-FDC08EC9721E}" presName="compositeA" presStyleCnt="0"/>
      <dgm:spPr/>
    </dgm:pt>
    <dgm:pt modelId="{297D9458-C5B5-4E76-96B5-B7FBC8F432C7}" type="pres">
      <dgm:prSet presAssocID="{FE7EC962-D561-45B8-A0AB-FDC08EC9721E}" presName="textA" presStyleLbl="revTx" presStyleIdx="2" presStyleCnt="6">
        <dgm:presLayoutVars>
          <dgm:bulletEnabled val="1"/>
        </dgm:presLayoutVars>
      </dgm:prSet>
      <dgm:spPr/>
    </dgm:pt>
    <dgm:pt modelId="{86CC73CC-55C0-40B3-9E85-2BDA614DB4BE}" type="pres">
      <dgm:prSet presAssocID="{FE7EC962-D561-45B8-A0AB-FDC08EC9721E}" presName="circleA" presStyleLbl="node1" presStyleIdx="2" presStyleCnt="6"/>
      <dgm:spPr/>
    </dgm:pt>
    <dgm:pt modelId="{E5CE19C4-769D-4637-B64A-9CC0918162B3}" type="pres">
      <dgm:prSet presAssocID="{FE7EC962-D561-45B8-A0AB-FDC08EC9721E}" presName="spaceA" presStyleCnt="0"/>
      <dgm:spPr/>
    </dgm:pt>
    <dgm:pt modelId="{E8EC726C-4970-44A8-91A8-2F3A20CBD31B}" type="pres">
      <dgm:prSet presAssocID="{3983C681-A135-4092-BB68-6DE43E318FFD}" presName="space" presStyleCnt="0"/>
      <dgm:spPr/>
    </dgm:pt>
    <dgm:pt modelId="{B40AB5E1-FB3E-493A-9D45-0B0AEC382BFB}" type="pres">
      <dgm:prSet presAssocID="{0BEB512F-8112-4A21-AE29-4A8286377DBA}" presName="compositeB" presStyleCnt="0"/>
      <dgm:spPr/>
    </dgm:pt>
    <dgm:pt modelId="{53C886AA-6C10-4E39-AA9E-4E70FD9C653B}" type="pres">
      <dgm:prSet presAssocID="{0BEB512F-8112-4A21-AE29-4A8286377DBA}" presName="textB" presStyleLbl="revTx" presStyleIdx="3" presStyleCnt="6">
        <dgm:presLayoutVars>
          <dgm:bulletEnabled val="1"/>
        </dgm:presLayoutVars>
      </dgm:prSet>
      <dgm:spPr/>
    </dgm:pt>
    <dgm:pt modelId="{E5538BA2-D511-41EF-9882-47C1E348DC0E}" type="pres">
      <dgm:prSet presAssocID="{0BEB512F-8112-4A21-AE29-4A8286377DBA}" presName="circleB" presStyleLbl="node1" presStyleIdx="3" presStyleCnt="6"/>
      <dgm:spPr/>
    </dgm:pt>
    <dgm:pt modelId="{A6485E83-E237-41AF-B84F-06EC61699496}" type="pres">
      <dgm:prSet presAssocID="{0BEB512F-8112-4A21-AE29-4A8286377DBA}" presName="spaceB" presStyleCnt="0"/>
      <dgm:spPr/>
    </dgm:pt>
    <dgm:pt modelId="{2C5A02AB-B6A4-4CF9-9A37-5A173549F790}" type="pres">
      <dgm:prSet presAssocID="{49ADDE18-EE56-470E-9C92-A3494FA4E0AB}" presName="space" presStyleCnt="0"/>
      <dgm:spPr/>
    </dgm:pt>
    <dgm:pt modelId="{A741E3BB-C4BA-4369-A1BA-BE2F68495456}" type="pres">
      <dgm:prSet presAssocID="{A153DF73-403F-46FF-B587-3C1D26102E45}" presName="compositeA" presStyleCnt="0"/>
      <dgm:spPr/>
    </dgm:pt>
    <dgm:pt modelId="{11728DDD-D47E-4B6F-B405-182419E44690}" type="pres">
      <dgm:prSet presAssocID="{A153DF73-403F-46FF-B587-3C1D26102E45}" presName="textA" presStyleLbl="revTx" presStyleIdx="4" presStyleCnt="6">
        <dgm:presLayoutVars>
          <dgm:bulletEnabled val="1"/>
        </dgm:presLayoutVars>
      </dgm:prSet>
      <dgm:spPr/>
    </dgm:pt>
    <dgm:pt modelId="{7C528DE1-5457-4C05-A201-C00ACD749C36}" type="pres">
      <dgm:prSet presAssocID="{A153DF73-403F-46FF-B587-3C1D26102E45}" presName="circleA" presStyleLbl="node1" presStyleIdx="4" presStyleCnt="6"/>
      <dgm:spPr/>
    </dgm:pt>
    <dgm:pt modelId="{4571305F-F346-4546-8FAE-BBBCD7F4BD8E}" type="pres">
      <dgm:prSet presAssocID="{A153DF73-403F-46FF-B587-3C1D26102E45}" presName="spaceA" presStyleCnt="0"/>
      <dgm:spPr/>
    </dgm:pt>
    <dgm:pt modelId="{892F5BF7-4D87-42F2-A4BA-F30A00C1A719}" type="pres">
      <dgm:prSet presAssocID="{67F9A9A1-4196-4972-AD4C-E9106BF50986}" presName="space" presStyleCnt="0"/>
      <dgm:spPr/>
    </dgm:pt>
    <dgm:pt modelId="{FDD57C7E-F59D-41AD-A127-8FF5F4776AD0}" type="pres">
      <dgm:prSet presAssocID="{601E0D78-C333-4746-91A6-3429B4E8B88A}" presName="compositeB" presStyleCnt="0"/>
      <dgm:spPr/>
    </dgm:pt>
    <dgm:pt modelId="{9674E4C0-C8E6-4D9C-BFB4-9FDF979F96FF}" type="pres">
      <dgm:prSet presAssocID="{601E0D78-C333-4746-91A6-3429B4E8B88A}" presName="textB" presStyleLbl="revTx" presStyleIdx="5" presStyleCnt="6">
        <dgm:presLayoutVars>
          <dgm:bulletEnabled val="1"/>
        </dgm:presLayoutVars>
      </dgm:prSet>
      <dgm:spPr/>
    </dgm:pt>
    <dgm:pt modelId="{CC044329-444D-42B0-86D6-6B9F9A809D8B}" type="pres">
      <dgm:prSet presAssocID="{601E0D78-C333-4746-91A6-3429B4E8B88A}" presName="circleB" presStyleLbl="node1" presStyleIdx="5" presStyleCnt="6"/>
      <dgm:spPr/>
    </dgm:pt>
    <dgm:pt modelId="{88400943-D97E-47A6-AB7C-53BF11CB7F2F}" type="pres">
      <dgm:prSet presAssocID="{601E0D78-C333-4746-91A6-3429B4E8B88A}" presName="spaceB" presStyleCnt="0"/>
      <dgm:spPr/>
    </dgm:pt>
  </dgm:ptLst>
  <dgm:cxnLst>
    <dgm:cxn modelId="{D1E6E705-A438-4E05-B9A2-C255694EA805}" type="presOf" srcId="{B7E5DFDD-274D-4759-B9F2-E6DA7912F43F}" destId="{6BE58BB6-18CF-4A01-A6B4-C51F6A4A35F4}" srcOrd="0" destOrd="0" presId="urn:microsoft.com/office/officeart/2005/8/layout/hProcess11"/>
    <dgm:cxn modelId="{3853231F-9939-4F59-A60C-1C0C1C5BF3E1}" type="presOf" srcId="{601E0D78-C333-4746-91A6-3429B4E8B88A}" destId="{9674E4C0-C8E6-4D9C-BFB4-9FDF979F96FF}" srcOrd="0" destOrd="0" presId="urn:microsoft.com/office/officeart/2005/8/layout/hProcess11"/>
    <dgm:cxn modelId="{69506C23-152C-4AE9-A0EA-2A95F137879E}" srcId="{C7372CEE-7365-4DED-81D1-F094B4E7CBFC}" destId="{E88108EB-0FE1-424F-90E9-D76B22B5842B}" srcOrd="1" destOrd="0" parTransId="{DF4A89B1-D610-4D66-B4B1-88FBF973F587}" sibTransId="{78C5A35D-FED8-4E39-8A83-BEB18619B996}"/>
    <dgm:cxn modelId="{116E0332-07BF-4B61-A068-BD2283082F72}" srcId="{C7372CEE-7365-4DED-81D1-F094B4E7CBFC}" destId="{B7E5DFDD-274D-4759-B9F2-E6DA7912F43F}" srcOrd="0" destOrd="0" parTransId="{51B42074-D7D9-4DBE-B1DD-382089D4BDE4}" sibTransId="{7E3D1435-9DC6-47EE-A8C6-42B76E7885E3}"/>
    <dgm:cxn modelId="{52998338-C747-4BAB-A60D-9099882225B6}" srcId="{C7372CEE-7365-4DED-81D1-F094B4E7CBFC}" destId="{601E0D78-C333-4746-91A6-3429B4E8B88A}" srcOrd="5" destOrd="0" parTransId="{D8ED1AB6-DE1E-45D7-9373-0CC8D53E32F8}" sibTransId="{4E355196-BA3E-40C5-9BDD-6C1026C49907}"/>
    <dgm:cxn modelId="{91C09A4A-C0DF-4A95-8663-FF95CEA6575B}" type="presOf" srcId="{C7372CEE-7365-4DED-81D1-F094B4E7CBFC}" destId="{7585C629-CBDD-4886-B7CD-E031CC1FC359}" srcOrd="0" destOrd="0" presId="urn:microsoft.com/office/officeart/2005/8/layout/hProcess11"/>
    <dgm:cxn modelId="{6971937F-16F8-461D-B856-4FF8EC3432E2}" type="presOf" srcId="{FE7EC962-D561-45B8-A0AB-FDC08EC9721E}" destId="{297D9458-C5B5-4E76-96B5-B7FBC8F432C7}" srcOrd="0" destOrd="0" presId="urn:microsoft.com/office/officeart/2005/8/layout/hProcess11"/>
    <dgm:cxn modelId="{4B659782-16D4-45BF-9537-EF4538ACB9CA}" srcId="{C7372CEE-7365-4DED-81D1-F094B4E7CBFC}" destId="{A153DF73-403F-46FF-B587-3C1D26102E45}" srcOrd="4" destOrd="0" parTransId="{030728A2-CD52-4EEC-AD32-41E95B742171}" sibTransId="{67F9A9A1-4196-4972-AD4C-E9106BF50986}"/>
    <dgm:cxn modelId="{7A889993-39B1-4572-9A18-EC751E9ABD5B}" type="presOf" srcId="{0BEB512F-8112-4A21-AE29-4A8286377DBA}" destId="{53C886AA-6C10-4E39-AA9E-4E70FD9C653B}" srcOrd="0" destOrd="0" presId="urn:microsoft.com/office/officeart/2005/8/layout/hProcess11"/>
    <dgm:cxn modelId="{B2055AA3-6F22-4E59-AAE7-56BA31B3A251}" srcId="{C7372CEE-7365-4DED-81D1-F094B4E7CBFC}" destId="{0BEB512F-8112-4A21-AE29-4A8286377DBA}" srcOrd="3" destOrd="0" parTransId="{DDB52C59-4260-4DCC-AA8E-BF333F41E788}" sibTransId="{49ADDE18-EE56-470E-9C92-A3494FA4E0AB}"/>
    <dgm:cxn modelId="{B088E5B3-8801-48BB-A5E4-7A04D09DF6A0}" srcId="{C7372CEE-7365-4DED-81D1-F094B4E7CBFC}" destId="{FE7EC962-D561-45B8-A0AB-FDC08EC9721E}" srcOrd="2" destOrd="0" parTransId="{F5E4C65D-0D94-4976-8714-E710667399A9}" sibTransId="{3983C681-A135-4092-BB68-6DE43E318FFD}"/>
    <dgm:cxn modelId="{E5B047BD-C40C-448B-8A9E-64FBEABA3B9E}" type="presOf" srcId="{A153DF73-403F-46FF-B587-3C1D26102E45}" destId="{11728DDD-D47E-4B6F-B405-182419E44690}" srcOrd="0" destOrd="0" presId="urn:microsoft.com/office/officeart/2005/8/layout/hProcess11"/>
    <dgm:cxn modelId="{53A696D3-DC90-4ED6-94DA-12A69A2CC40E}" type="presOf" srcId="{E88108EB-0FE1-424F-90E9-D76B22B5842B}" destId="{2C5CAA80-DDE8-44E4-BB0F-0BFC8FFD070C}" srcOrd="0" destOrd="0" presId="urn:microsoft.com/office/officeart/2005/8/layout/hProcess11"/>
    <dgm:cxn modelId="{2D57AA22-FB7F-49F9-AD83-A4D336D383B8}" type="presParOf" srcId="{7585C629-CBDD-4886-B7CD-E031CC1FC359}" destId="{5F8E845F-A3C8-43A6-B927-65310834765D}" srcOrd="0" destOrd="0" presId="urn:microsoft.com/office/officeart/2005/8/layout/hProcess11"/>
    <dgm:cxn modelId="{D2B1039F-EC01-4BC3-A214-093B3589F8F1}" type="presParOf" srcId="{7585C629-CBDD-4886-B7CD-E031CC1FC359}" destId="{4F7D16C9-9027-4DCE-AC65-2DD2E68977C2}" srcOrd="1" destOrd="0" presId="urn:microsoft.com/office/officeart/2005/8/layout/hProcess11"/>
    <dgm:cxn modelId="{2B17C8CB-63B1-4DD9-B60B-C4DB3C25C641}" type="presParOf" srcId="{4F7D16C9-9027-4DCE-AC65-2DD2E68977C2}" destId="{993D1757-9141-4B32-BCFC-328E5E1BF242}" srcOrd="0" destOrd="0" presId="urn:microsoft.com/office/officeart/2005/8/layout/hProcess11"/>
    <dgm:cxn modelId="{76DEEF1D-685A-4272-AA6A-6C0CE751E389}" type="presParOf" srcId="{993D1757-9141-4B32-BCFC-328E5E1BF242}" destId="{6BE58BB6-18CF-4A01-A6B4-C51F6A4A35F4}" srcOrd="0" destOrd="0" presId="urn:microsoft.com/office/officeart/2005/8/layout/hProcess11"/>
    <dgm:cxn modelId="{3AC4CB68-9FA5-4FBA-AAED-E2223B20AFCB}" type="presParOf" srcId="{993D1757-9141-4B32-BCFC-328E5E1BF242}" destId="{14ECF204-BA23-46BE-B23E-1C43DA52EB7B}" srcOrd="1" destOrd="0" presId="urn:microsoft.com/office/officeart/2005/8/layout/hProcess11"/>
    <dgm:cxn modelId="{EEB57395-9EE6-43A8-A0C4-40A59685DCC5}" type="presParOf" srcId="{993D1757-9141-4B32-BCFC-328E5E1BF242}" destId="{80E2924D-C869-4439-AA73-425176EC2C3C}" srcOrd="2" destOrd="0" presId="urn:microsoft.com/office/officeart/2005/8/layout/hProcess11"/>
    <dgm:cxn modelId="{B04E4E21-C467-4CCC-BB4E-021DB6B9E339}" type="presParOf" srcId="{4F7D16C9-9027-4DCE-AC65-2DD2E68977C2}" destId="{6080DC09-C636-4BFE-B085-D2466014361A}" srcOrd="1" destOrd="0" presId="urn:microsoft.com/office/officeart/2005/8/layout/hProcess11"/>
    <dgm:cxn modelId="{A52B8FC7-1ECF-4AEA-B256-269C668CA55E}" type="presParOf" srcId="{4F7D16C9-9027-4DCE-AC65-2DD2E68977C2}" destId="{5A01322E-7E6A-42B6-9EBC-30F1C9A023E2}" srcOrd="2" destOrd="0" presId="urn:microsoft.com/office/officeart/2005/8/layout/hProcess11"/>
    <dgm:cxn modelId="{11637B04-3EB2-49E2-B1D3-9CB0BFBEBBA2}" type="presParOf" srcId="{5A01322E-7E6A-42B6-9EBC-30F1C9A023E2}" destId="{2C5CAA80-DDE8-44E4-BB0F-0BFC8FFD070C}" srcOrd="0" destOrd="0" presId="urn:microsoft.com/office/officeart/2005/8/layout/hProcess11"/>
    <dgm:cxn modelId="{0C4C92A3-91E9-475F-BBCB-BF2E8EEF943A}" type="presParOf" srcId="{5A01322E-7E6A-42B6-9EBC-30F1C9A023E2}" destId="{EFF7B539-5510-4BC7-A054-2AD6DBF3C8B1}" srcOrd="1" destOrd="0" presId="urn:microsoft.com/office/officeart/2005/8/layout/hProcess11"/>
    <dgm:cxn modelId="{66AC805B-557F-4395-B20A-20A6CFD78274}" type="presParOf" srcId="{5A01322E-7E6A-42B6-9EBC-30F1C9A023E2}" destId="{4CA9D8C4-88C9-4696-B4DC-9D3CDF8DC931}" srcOrd="2" destOrd="0" presId="urn:microsoft.com/office/officeart/2005/8/layout/hProcess11"/>
    <dgm:cxn modelId="{BD2D938D-7405-4930-B25E-28C7C4674F6D}" type="presParOf" srcId="{4F7D16C9-9027-4DCE-AC65-2DD2E68977C2}" destId="{981C2C26-0242-406C-99B3-5E738FDFA704}" srcOrd="3" destOrd="0" presId="urn:microsoft.com/office/officeart/2005/8/layout/hProcess11"/>
    <dgm:cxn modelId="{C595F68C-321B-43BD-A39A-ED6AD3282EEF}" type="presParOf" srcId="{4F7D16C9-9027-4DCE-AC65-2DD2E68977C2}" destId="{B4589771-3B4E-400D-8C0D-3669914CBBCE}" srcOrd="4" destOrd="0" presId="urn:microsoft.com/office/officeart/2005/8/layout/hProcess11"/>
    <dgm:cxn modelId="{1A14619C-6840-46CA-BAC2-2BB32B1EC614}" type="presParOf" srcId="{B4589771-3B4E-400D-8C0D-3669914CBBCE}" destId="{297D9458-C5B5-4E76-96B5-B7FBC8F432C7}" srcOrd="0" destOrd="0" presId="urn:microsoft.com/office/officeart/2005/8/layout/hProcess11"/>
    <dgm:cxn modelId="{517C5EEE-5909-4EDF-B5CE-4E88C02BD1D3}" type="presParOf" srcId="{B4589771-3B4E-400D-8C0D-3669914CBBCE}" destId="{86CC73CC-55C0-40B3-9E85-2BDA614DB4BE}" srcOrd="1" destOrd="0" presId="urn:microsoft.com/office/officeart/2005/8/layout/hProcess11"/>
    <dgm:cxn modelId="{E00F4A90-BBBE-4935-BAE5-5B0D2826BE1C}" type="presParOf" srcId="{B4589771-3B4E-400D-8C0D-3669914CBBCE}" destId="{E5CE19C4-769D-4637-B64A-9CC0918162B3}" srcOrd="2" destOrd="0" presId="urn:microsoft.com/office/officeart/2005/8/layout/hProcess11"/>
    <dgm:cxn modelId="{18838FF3-C5E1-483D-83D8-AE838CCFA8E9}" type="presParOf" srcId="{4F7D16C9-9027-4DCE-AC65-2DD2E68977C2}" destId="{E8EC726C-4970-44A8-91A8-2F3A20CBD31B}" srcOrd="5" destOrd="0" presId="urn:microsoft.com/office/officeart/2005/8/layout/hProcess11"/>
    <dgm:cxn modelId="{1C306855-9A1F-4F00-B633-CBD213C1AF41}" type="presParOf" srcId="{4F7D16C9-9027-4DCE-AC65-2DD2E68977C2}" destId="{B40AB5E1-FB3E-493A-9D45-0B0AEC382BFB}" srcOrd="6" destOrd="0" presId="urn:microsoft.com/office/officeart/2005/8/layout/hProcess11"/>
    <dgm:cxn modelId="{F57D7FEB-073B-488E-9ABB-716BDD4CCC64}" type="presParOf" srcId="{B40AB5E1-FB3E-493A-9D45-0B0AEC382BFB}" destId="{53C886AA-6C10-4E39-AA9E-4E70FD9C653B}" srcOrd="0" destOrd="0" presId="urn:microsoft.com/office/officeart/2005/8/layout/hProcess11"/>
    <dgm:cxn modelId="{49D94657-7040-447D-B8B4-F0EEFDC2E385}" type="presParOf" srcId="{B40AB5E1-FB3E-493A-9D45-0B0AEC382BFB}" destId="{E5538BA2-D511-41EF-9882-47C1E348DC0E}" srcOrd="1" destOrd="0" presId="urn:microsoft.com/office/officeart/2005/8/layout/hProcess11"/>
    <dgm:cxn modelId="{493F200E-F7FE-4734-8AEC-15DC8798E100}" type="presParOf" srcId="{B40AB5E1-FB3E-493A-9D45-0B0AEC382BFB}" destId="{A6485E83-E237-41AF-B84F-06EC61699496}" srcOrd="2" destOrd="0" presId="urn:microsoft.com/office/officeart/2005/8/layout/hProcess11"/>
    <dgm:cxn modelId="{DCA0D6C9-2ACA-452F-8217-C1B9EC72EA7C}" type="presParOf" srcId="{4F7D16C9-9027-4DCE-AC65-2DD2E68977C2}" destId="{2C5A02AB-B6A4-4CF9-9A37-5A173549F790}" srcOrd="7" destOrd="0" presId="urn:microsoft.com/office/officeart/2005/8/layout/hProcess11"/>
    <dgm:cxn modelId="{8F3B1F3F-2821-41D6-A1FA-9E59FFC9AA33}" type="presParOf" srcId="{4F7D16C9-9027-4DCE-AC65-2DD2E68977C2}" destId="{A741E3BB-C4BA-4369-A1BA-BE2F68495456}" srcOrd="8" destOrd="0" presId="urn:microsoft.com/office/officeart/2005/8/layout/hProcess11"/>
    <dgm:cxn modelId="{851C7F93-1151-4EAC-9A9E-F338CD997453}" type="presParOf" srcId="{A741E3BB-C4BA-4369-A1BA-BE2F68495456}" destId="{11728DDD-D47E-4B6F-B405-182419E44690}" srcOrd="0" destOrd="0" presId="urn:microsoft.com/office/officeart/2005/8/layout/hProcess11"/>
    <dgm:cxn modelId="{AD7E4C0A-A9CD-41B7-B290-013D14CA82CF}" type="presParOf" srcId="{A741E3BB-C4BA-4369-A1BA-BE2F68495456}" destId="{7C528DE1-5457-4C05-A201-C00ACD749C36}" srcOrd="1" destOrd="0" presId="urn:microsoft.com/office/officeart/2005/8/layout/hProcess11"/>
    <dgm:cxn modelId="{77C466B0-13B6-49A3-BC9E-8CF8C6D034EF}" type="presParOf" srcId="{A741E3BB-C4BA-4369-A1BA-BE2F68495456}" destId="{4571305F-F346-4546-8FAE-BBBCD7F4BD8E}" srcOrd="2" destOrd="0" presId="urn:microsoft.com/office/officeart/2005/8/layout/hProcess11"/>
    <dgm:cxn modelId="{2F34EE16-630D-4FAF-99A4-981A7F6D94D4}" type="presParOf" srcId="{4F7D16C9-9027-4DCE-AC65-2DD2E68977C2}" destId="{892F5BF7-4D87-42F2-A4BA-F30A00C1A719}" srcOrd="9" destOrd="0" presId="urn:microsoft.com/office/officeart/2005/8/layout/hProcess11"/>
    <dgm:cxn modelId="{C92B63AC-6A8A-43BC-97C8-1AB9CFA99407}" type="presParOf" srcId="{4F7D16C9-9027-4DCE-AC65-2DD2E68977C2}" destId="{FDD57C7E-F59D-41AD-A127-8FF5F4776AD0}" srcOrd="10" destOrd="0" presId="urn:microsoft.com/office/officeart/2005/8/layout/hProcess11"/>
    <dgm:cxn modelId="{60E1A68A-7124-43C2-9976-A5F359A437B2}" type="presParOf" srcId="{FDD57C7E-F59D-41AD-A127-8FF5F4776AD0}" destId="{9674E4C0-C8E6-4D9C-BFB4-9FDF979F96FF}" srcOrd="0" destOrd="0" presId="urn:microsoft.com/office/officeart/2005/8/layout/hProcess11"/>
    <dgm:cxn modelId="{CE613E7D-9C1C-4C1B-B69F-01B4A2C746E5}" type="presParOf" srcId="{FDD57C7E-F59D-41AD-A127-8FF5F4776AD0}" destId="{CC044329-444D-42B0-86D6-6B9F9A809D8B}" srcOrd="1" destOrd="0" presId="urn:microsoft.com/office/officeart/2005/8/layout/hProcess11"/>
    <dgm:cxn modelId="{821259C3-C3F2-4FBD-A1AD-C40B3293CAD2}" type="presParOf" srcId="{FDD57C7E-F59D-41AD-A127-8FF5F4776AD0}" destId="{88400943-D97E-47A6-AB7C-53BF11CB7F2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9278F1-42D9-4097-ABE9-A364A0B19E33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23CB2D-C68D-47D1-B414-D2EAD62A62E9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 분석</a:t>
          </a:r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7AFE03D-E964-4010-AC5C-5DCB62DDA4D6}" type="parTrans" cxnId="{3AA40725-987C-48EB-8927-31BCE887FFA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A7B9208B-6170-4AA6-8643-12BF475FEE20}" type="sibTrans" cxnId="{3AA40725-987C-48EB-8927-31BCE887FFA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07AB8EE-F0D6-4BB8-AB5C-71992E00F414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 작성</a:t>
          </a:r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36AA6ED-45F0-4E0B-A534-EF763BB4830B}" type="parTrans" cxnId="{552B36E8-2F25-46AD-BD0F-5D7825B2858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CE86B88-8772-4AFD-8604-0932638CC5E9}" type="sibTrans" cxnId="{552B36E8-2F25-46AD-BD0F-5D7825B2858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60AB0C6-62F2-4306-BE16-34A2762ABFE2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시각 자료 생성</a:t>
          </a:r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61FE5DD-42AC-4FE0-B5CA-A8E202422B8B}" type="parTrans" cxnId="{689671F5-921D-48F0-B368-78D315D5402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AE341ED-8505-4056-B93F-18CECF643E9A}" type="sibTrans" cxnId="{689671F5-921D-48F0-B368-78D315D54025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D55EFF5-F02D-4CA2-8B4F-2CCA01CFE638}">
      <dgm:prSet/>
      <dgm:spPr/>
      <dgm:t>
        <a:bodyPr/>
        <a:lstStyle/>
        <a:p>
          <a:r>
            <a:rPr lang="ko-KR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 결과 검증</a:t>
          </a:r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7451605-3E34-47AD-ACDC-094FBA3CD750}" type="parTrans" cxnId="{3A388A92-599B-403C-BFEB-7F3FE332BA1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A4D671FD-B890-4864-A79A-D94C89EC3A91}" type="sibTrans" cxnId="{3A388A92-599B-403C-BFEB-7F3FE332BA1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ADA5982-9FC5-4A12-84AF-84E1C0AFF106}" type="pres">
      <dgm:prSet presAssocID="{189278F1-42D9-4097-ABE9-A364A0B19E33}" presName="CompostProcess" presStyleCnt="0">
        <dgm:presLayoutVars>
          <dgm:dir/>
          <dgm:resizeHandles val="exact"/>
        </dgm:presLayoutVars>
      </dgm:prSet>
      <dgm:spPr/>
    </dgm:pt>
    <dgm:pt modelId="{13571F15-CDF3-46E9-B9AB-27E6A7DD2A08}" type="pres">
      <dgm:prSet presAssocID="{189278F1-42D9-4097-ABE9-A364A0B19E33}" presName="arrow" presStyleLbl="bgShp" presStyleIdx="0" presStyleCnt="1"/>
      <dgm:spPr/>
    </dgm:pt>
    <dgm:pt modelId="{366AEFAA-611A-4934-9BB8-EB20FDBCE0E1}" type="pres">
      <dgm:prSet presAssocID="{189278F1-42D9-4097-ABE9-A364A0B19E33}" presName="linearProcess" presStyleCnt="0"/>
      <dgm:spPr/>
    </dgm:pt>
    <dgm:pt modelId="{34137B31-E7AA-4E8E-95F2-D18C8E07DD68}" type="pres">
      <dgm:prSet presAssocID="{F323CB2D-C68D-47D1-B414-D2EAD62A62E9}" presName="textNode" presStyleLbl="node1" presStyleIdx="0" presStyleCnt="4">
        <dgm:presLayoutVars>
          <dgm:bulletEnabled val="1"/>
        </dgm:presLayoutVars>
      </dgm:prSet>
      <dgm:spPr/>
    </dgm:pt>
    <dgm:pt modelId="{4BA3E66C-0ABD-47FB-85ED-BF628681D02A}" type="pres">
      <dgm:prSet presAssocID="{A7B9208B-6170-4AA6-8643-12BF475FEE20}" presName="sibTrans" presStyleCnt="0"/>
      <dgm:spPr/>
    </dgm:pt>
    <dgm:pt modelId="{E09638FF-FF04-49EA-A4CD-55EFC36446AD}" type="pres">
      <dgm:prSet presAssocID="{C07AB8EE-F0D6-4BB8-AB5C-71992E00F414}" presName="textNode" presStyleLbl="node1" presStyleIdx="1" presStyleCnt="4">
        <dgm:presLayoutVars>
          <dgm:bulletEnabled val="1"/>
        </dgm:presLayoutVars>
      </dgm:prSet>
      <dgm:spPr/>
    </dgm:pt>
    <dgm:pt modelId="{A21B5BE5-0E67-437E-835C-5258F57AF5AF}" type="pres">
      <dgm:prSet presAssocID="{3CE86B88-8772-4AFD-8604-0932638CC5E9}" presName="sibTrans" presStyleCnt="0"/>
      <dgm:spPr/>
    </dgm:pt>
    <dgm:pt modelId="{D0F97D12-15C9-4C9E-9DED-BEA3E2583CAA}" type="pres">
      <dgm:prSet presAssocID="{360AB0C6-62F2-4306-BE16-34A2762ABFE2}" presName="textNode" presStyleLbl="node1" presStyleIdx="2" presStyleCnt="4">
        <dgm:presLayoutVars>
          <dgm:bulletEnabled val="1"/>
        </dgm:presLayoutVars>
      </dgm:prSet>
      <dgm:spPr/>
    </dgm:pt>
    <dgm:pt modelId="{91396749-2D86-4FA7-9FAD-32E61C1A8E74}" type="pres">
      <dgm:prSet presAssocID="{1AE341ED-8505-4056-B93F-18CECF643E9A}" presName="sibTrans" presStyleCnt="0"/>
      <dgm:spPr/>
    </dgm:pt>
    <dgm:pt modelId="{2C0B1AEB-8B9E-4EAC-8B41-B2DD4E301CBF}" type="pres">
      <dgm:prSet presAssocID="{4D55EFF5-F02D-4CA2-8B4F-2CCA01CFE63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3AA40725-987C-48EB-8927-31BCE887FFA0}" srcId="{189278F1-42D9-4097-ABE9-A364A0B19E33}" destId="{F323CB2D-C68D-47D1-B414-D2EAD62A62E9}" srcOrd="0" destOrd="0" parTransId="{C7AFE03D-E964-4010-AC5C-5DCB62DDA4D6}" sibTransId="{A7B9208B-6170-4AA6-8643-12BF475FEE20}"/>
    <dgm:cxn modelId="{47C7F172-2DC0-4931-AEA4-B13E2F7D932D}" type="presOf" srcId="{360AB0C6-62F2-4306-BE16-34A2762ABFE2}" destId="{D0F97D12-15C9-4C9E-9DED-BEA3E2583CAA}" srcOrd="0" destOrd="0" presId="urn:microsoft.com/office/officeart/2005/8/layout/hProcess9"/>
    <dgm:cxn modelId="{CA730E53-D8C4-47EC-A1E1-3149DE4D421F}" type="presOf" srcId="{C07AB8EE-F0D6-4BB8-AB5C-71992E00F414}" destId="{E09638FF-FF04-49EA-A4CD-55EFC36446AD}" srcOrd="0" destOrd="0" presId="urn:microsoft.com/office/officeart/2005/8/layout/hProcess9"/>
    <dgm:cxn modelId="{3A388A92-599B-403C-BFEB-7F3FE332BA1D}" srcId="{189278F1-42D9-4097-ABE9-A364A0B19E33}" destId="{4D55EFF5-F02D-4CA2-8B4F-2CCA01CFE638}" srcOrd="3" destOrd="0" parTransId="{17451605-3E34-47AD-ACDC-094FBA3CD750}" sibTransId="{A4D671FD-B890-4864-A79A-D94C89EC3A91}"/>
    <dgm:cxn modelId="{A7D1F598-DF7A-4DFE-9218-660EE0524EB4}" type="presOf" srcId="{F323CB2D-C68D-47D1-B414-D2EAD62A62E9}" destId="{34137B31-E7AA-4E8E-95F2-D18C8E07DD68}" srcOrd="0" destOrd="0" presId="urn:microsoft.com/office/officeart/2005/8/layout/hProcess9"/>
    <dgm:cxn modelId="{F79740BD-5B49-4F80-ABCE-A3408A22C401}" type="presOf" srcId="{189278F1-42D9-4097-ABE9-A364A0B19E33}" destId="{9ADA5982-9FC5-4A12-84AF-84E1C0AFF106}" srcOrd="0" destOrd="0" presId="urn:microsoft.com/office/officeart/2005/8/layout/hProcess9"/>
    <dgm:cxn modelId="{552B36E8-2F25-46AD-BD0F-5D7825B28580}" srcId="{189278F1-42D9-4097-ABE9-A364A0B19E33}" destId="{C07AB8EE-F0D6-4BB8-AB5C-71992E00F414}" srcOrd="1" destOrd="0" parTransId="{036AA6ED-45F0-4E0B-A534-EF763BB4830B}" sibTransId="{3CE86B88-8772-4AFD-8604-0932638CC5E9}"/>
    <dgm:cxn modelId="{689671F5-921D-48F0-B368-78D315D54025}" srcId="{189278F1-42D9-4097-ABE9-A364A0B19E33}" destId="{360AB0C6-62F2-4306-BE16-34A2762ABFE2}" srcOrd="2" destOrd="0" parTransId="{361FE5DD-42AC-4FE0-B5CA-A8E202422B8B}" sibTransId="{1AE341ED-8505-4056-B93F-18CECF643E9A}"/>
    <dgm:cxn modelId="{47C40FFC-6D00-401C-9045-F61913CEEB80}" type="presOf" srcId="{4D55EFF5-F02D-4CA2-8B4F-2CCA01CFE638}" destId="{2C0B1AEB-8B9E-4EAC-8B41-B2DD4E301CBF}" srcOrd="0" destOrd="0" presId="urn:microsoft.com/office/officeart/2005/8/layout/hProcess9"/>
    <dgm:cxn modelId="{EAE79252-02D9-4045-AE14-9162CECDF730}" type="presParOf" srcId="{9ADA5982-9FC5-4A12-84AF-84E1C0AFF106}" destId="{13571F15-CDF3-46E9-B9AB-27E6A7DD2A08}" srcOrd="0" destOrd="0" presId="urn:microsoft.com/office/officeart/2005/8/layout/hProcess9"/>
    <dgm:cxn modelId="{D3BEB6A8-05FE-4D1F-8768-198F8823F7A8}" type="presParOf" srcId="{9ADA5982-9FC5-4A12-84AF-84E1C0AFF106}" destId="{366AEFAA-611A-4934-9BB8-EB20FDBCE0E1}" srcOrd="1" destOrd="0" presId="urn:microsoft.com/office/officeart/2005/8/layout/hProcess9"/>
    <dgm:cxn modelId="{41B3C8CC-8F3B-46F6-A6AF-202F0BAD43A1}" type="presParOf" srcId="{366AEFAA-611A-4934-9BB8-EB20FDBCE0E1}" destId="{34137B31-E7AA-4E8E-95F2-D18C8E07DD68}" srcOrd="0" destOrd="0" presId="urn:microsoft.com/office/officeart/2005/8/layout/hProcess9"/>
    <dgm:cxn modelId="{B4894045-08A1-4D44-85FC-A401DDE53341}" type="presParOf" srcId="{366AEFAA-611A-4934-9BB8-EB20FDBCE0E1}" destId="{4BA3E66C-0ABD-47FB-85ED-BF628681D02A}" srcOrd="1" destOrd="0" presId="urn:microsoft.com/office/officeart/2005/8/layout/hProcess9"/>
    <dgm:cxn modelId="{9D894187-7B8B-45E5-911B-BFEBAF772ED6}" type="presParOf" srcId="{366AEFAA-611A-4934-9BB8-EB20FDBCE0E1}" destId="{E09638FF-FF04-49EA-A4CD-55EFC36446AD}" srcOrd="2" destOrd="0" presId="urn:microsoft.com/office/officeart/2005/8/layout/hProcess9"/>
    <dgm:cxn modelId="{B2161991-E778-44EC-BD7E-4BAE7ED2E0C5}" type="presParOf" srcId="{366AEFAA-611A-4934-9BB8-EB20FDBCE0E1}" destId="{A21B5BE5-0E67-437E-835C-5258F57AF5AF}" srcOrd="3" destOrd="0" presId="urn:microsoft.com/office/officeart/2005/8/layout/hProcess9"/>
    <dgm:cxn modelId="{53C4AFAC-82BC-4292-B28C-4B353A576C3C}" type="presParOf" srcId="{366AEFAA-611A-4934-9BB8-EB20FDBCE0E1}" destId="{D0F97D12-15C9-4C9E-9DED-BEA3E2583CAA}" srcOrd="4" destOrd="0" presId="urn:microsoft.com/office/officeart/2005/8/layout/hProcess9"/>
    <dgm:cxn modelId="{09193FCC-62DE-47D1-83AD-B1C3506335DC}" type="presParOf" srcId="{366AEFAA-611A-4934-9BB8-EB20FDBCE0E1}" destId="{91396749-2D86-4FA7-9FAD-32E61C1A8E74}" srcOrd="5" destOrd="0" presId="urn:microsoft.com/office/officeart/2005/8/layout/hProcess9"/>
    <dgm:cxn modelId="{F3C16690-D5E3-452C-95C0-3723619DFD23}" type="presParOf" srcId="{366AEFAA-611A-4934-9BB8-EB20FDBCE0E1}" destId="{2C0B1AEB-8B9E-4EAC-8B41-B2DD4E301CB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3920E4-43F1-4E5C-AAA5-4D95AD8819E4}" type="doc">
      <dgm:prSet loTypeId="urn:microsoft.com/office/officeart/2005/8/layout/h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26BB7C-1EA3-447F-A5E8-E4CC47248CBD}">
      <dgm:prSet/>
      <dgm:spPr/>
      <dgm:t>
        <a:bodyPr/>
        <a:lstStyle/>
        <a:p>
          <a:r>
            <a:rPr lang="ko-KR" dirty="0"/>
            <a:t>개념 및 키워드 입력</a:t>
          </a:r>
          <a:endParaRPr lang="en-US" dirty="0"/>
        </a:p>
      </dgm:t>
    </dgm:pt>
    <dgm:pt modelId="{8A48B592-49EE-4509-8398-ACBFFED9169F}" type="parTrans" cxnId="{6B190C0F-5499-42F3-876E-93764187692B}">
      <dgm:prSet/>
      <dgm:spPr/>
      <dgm:t>
        <a:bodyPr/>
        <a:lstStyle/>
        <a:p>
          <a:endParaRPr lang="en-US"/>
        </a:p>
      </dgm:t>
    </dgm:pt>
    <dgm:pt modelId="{0246C47A-0732-4570-B238-2434B7903D94}" type="sibTrans" cxnId="{6B190C0F-5499-42F3-876E-93764187692B}">
      <dgm:prSet/>
      <dgm:spPr/>
      <dgm:t>
        <a:bodyPr/>
        <a:lstStyle/>
        <a:p>
          <a:endParaRPr lang="en-US"/>
        </a:p>
      </dgm:t>
    </dgm:pt>
    <dgm:pt modelId="{06EB9E1F-03BB-4778-A68E-7ECFB8880486}">
      <dgm:prSet/>
      <dgm:spPr/>
      <dgm:t>
        <a:bodyPr/>
        <a:lstStyle/>
        <a:p>
          <a:r>
            <a:rPr lang="ko-KR" dirty="0"/>
            <a:t>예</a:t>
          </a:r>
          <a:r>
            <a:rPr lang="en-US" dirty="0"/>
            <a:t>) </a:t>
          </a:r>
          <a:r>
            <a:rPr lang="ko-KR" dirty="0"/>
            <a:t>교육 행정 개선</a:t>
          </a:r>
          <a:r>
            <a:rPr lang="en-US" dirty="0"/>
            <a:t>, </a:t>
          </a:r>
          <a:r>
            <a:rPr lang="ko-KR" dirty="0"/>
            <a:t>학생 만족도 분석</a:t>
          </a:r>
          <a:r>
            <a:rPr lang="en-US" dirty="0"/>
            <a:t>, </a:t>
          </a:r>
          <a:r>
            <a:rPr lang="ko-KR" dirty="0"/>
            <a:t>상담 서비스 강화</a:t>
          </a:r>
          <a:r>
            <a:rPr lang="en-US" dirty="0"/>
            <a:t>, </a:t>
          </a:r>
          <a:r>
            <a:rPr lang="ko-KR" dirty="0"/>
            <a:t>취업 지원 확대</a:t>
          </a:r>
          <a:endParaRPr lang="en-US" dirty="0"/>
        </a:p>
      </dgm:t>
    </dgm:pt>
    <dgm:pt modelId="{5F6E31D8-6315-40E8-97EA-83EA8F697789}" type="parTrans" cxnId="{FEC42165-0919-4BF5-BAB6-28F5E4D5DA4B}">
      <dgm:prSet/>
      <dgm:spPr/>
      <dgm:t>
        <a:bodyPr/>
        <a:lstStyle/>
        <a:p>
          <a:endParaRPr lang="en-US"/>
        </a:p>
      </dgm:t>
    </dgm:pt>
    <dgm:pt modelId="{1B0B3DF7-CE4E-4F42-B575-B0373C1D8FF7}" type="sibTrans" cxnId="{FEC42165-0919-4BF5-BAB6-28F5E4D5DA4B}">
      <dgm:prSet/>
      <dgm:spPr/>
      <dgm:t>
        <a:bodyPr/>
        <a:lstStyle/>
        <a:p>
          <a:endParaRPr lang="en-US"/>
        </a:p>
      </dgm:t>
    </dgm:pt>
    <dgm:pt modelId="{34F28934-EB71-470E-B8E2-14890CD35AFF}">
      <dgm:prSet/>
      <dgm:spPr/>
      <dgm:t>
        <a:bodyPr/>
        <a:lstStyle/>
        <a:p>
          <a:r>
            <a:rPr lang="ko-KR" dirty="0"/>
            <a:t>자동 관계도 생성</a:t>
          </a:r>
          <a:endParaRPr lang="en-US" dirty="0"/>
        </a:p>
      </dgm:t>
    </dgm:pt>
    <dgm:pt modelId="{CC2C8944-F9FC-478F-9B63-2B9B5AAD8286}" type="parTrans" cxnId="{CC7AF7DF-1B7C-4ACC-BAB7-6BF1391FC002}">
      <dgm:prSet/>
      <dgm:spPr/>
      <dgm:t>
        <a:bodyPr/>
        <a:lstStyle/>
        <a:p>
          <a:endParaRPr lang="en-US"/>
        </a:p>
      </dgm:t>
    </dgm:pt>
    <dgm:pt modelId="{41DCC6EF-397C-4E3E-9923-89FFA7F6702A}" type="sibTrans" cxnId="{CC7AF7DF-1B7C-4ACC-BAB7-6BF1391FC002}">
      <dgm:prSet/>
      <dgm:spPr/>
      <dgm:t>
        <a:bodyPr/>
        <a:lstStyle/>
        <a:p>
          <a:endParaRPr lang="en-US"/>
        </a:p>
      </dgm:t>
    </dgm:pt>
    <dgm:pt modelId="{EB1C2A4C-47A1-4523-97D2-CA0DF876067E}">
      <dgm:prSet/>
      <dgm:spPr/>
      <dgm:t>
        <a:bodyPr/>
        <a:lstStyle/>
        <a:p>
          <a:r>
            <a:rPr lang="en-US"/>
            <a:t>Napkin</a:t>
          </a:r>
          <a:r>
            <a:rPr lang="ko-KR"/>
            <a:t>이 입력된 키워드를 자동으로 연결하여 트리형</a:t>
          </a:r>
          <a:r>
            <a:rPr lang="en-US"/>
            <a:t>/</a:t>
          </a:r>
          <a:r>
            <a:rPr lang="ko-KR"/>
            <a:t>네트워크형 구조 제안</a:t>
          </a:r>
          <a:endParaRPr lang="en-US"/>
        </a:p>
      </dgm:t>
    </dgm:pt>
    <dgm:pt modelId="{ADFD1679-41BA-4737-A41A-F065A85B9B9A}" type="parTrans" cxnId="{11DF2265-7AEE-4DE5-96FD-D3C1C49B7563}">
      <dgm:prSet/>
      <dgm:spPr/>
      <dgm:t>
        <a:bodyPr/>
        <a:lstStyle/>
        <a:p>
          <a:endParaRPr lang="en-US"/>
        </a:p>
      </dgm:t>
    </dgm:pt>
    <dgm:pt modelId="{D8FDADF7-A252-457A-B449-0017AA87DB19}" type="sibTrans" cxnId="{11DF2265-7AEE-4DE5-96FD-D3C1C49B7563}">
      <dgm:prSet/>
      <dgm:spPr/>
      <dgm:t>
        <a:bodyPr/>
        <a:lstStyle/>
        <a:p>
          <a:endParaRPr lang="en-US"/>
        </a:p>
      </dgm:t>
    </dgm:pt>
    <dgm:pt modelId="{4724FC66-871C-4AE1-BDFA-8B1109810EE8}">
      <dgm:prSet/>
      <dgm:spPr/>
      <dgm:t>
        <a:bodyPr/>
        <a:lstStyle/>
        <a:p>
          <a:r>
            <a:rPr lang="ko-KR"/>
            <a:t>관련성 높은 개념을 </a:t>
          </a:r>
          <a:r>
            <a:rPr lang="en-US"/>
            <a:t>AI</a:t>
          </a:r>
          <a:r>
            <a:rPr lang="ko-KR"/>
            <a:t>가 제안 </a:t>
          </a:r>
          <a:r>
            <a:rPr lang="en-US"/>
            <a:t>(</a:t>
          </a:r>
          <a:r>
            <a:rPr lang="ko-KR"/>
            <a:t>연관 노트</a:t>
          </a:r>
          <a:r>
            <a:rPr lang="en-US"/>
            <a:t>, </a:t>
          </a:r>
          <a:r>
            <a:rPr lang="ko-KR"/>
            <a:t>추가 링크 등</a:t>
          </a:r>
          <a:r>
            <a:rPr lang="en-US"/>
            <a:t>)</a:t>
          </a:r>
        </a:p>
      </dgm:t>
    </dgm:pt>
    <dgm:pt modelId="{64BAF80A-3BA6-4832-A3F8-8890D76AB8EE}" type="parTrans" cxnId="{AAD58D51-4B6D-402A-BBE3-009096796548}">
      <dgm:prSet/>
      <dgm:spPr/>
      <dgm:t>
        <a:bodyPr/>
        <a:lstStyle/>
        <a:p>
          <a:endParaRPr lang="en-US"/>
        </a:p>
      </dgm:t>
    </dgm:pt>
    <dgm:pt modelId="{B862F074-CAC7-41D5-AE3F-D6EE77D43394}" type="sibTrans" cxnId="{AAD58D51-4B6D-402A-BBE3-009096796548}">
      <dgm:prSet/>
      <dgm:spPr/>
      <dgm:t>
        <a:bodyPr/>
        <a:lstStyle/>
        <a:p>
          <a:endParaRPr lang="en-US"/>
        </a:p>
      </dgm:t>
    </dgm:pt>
    <dgm:pt modelId="{FEB955B0-AF70-45B7-A68A-7E7760A05442}">
      <dgm:prSet/>
      <dgm:spPr/>
      <dgm:t>
        <a:bodyPr/>
        <a:lstStyle/>
        <a:p>
          <a:r>
            <a:rPr lang="ko-KR" dirty="0"/>
            <a:t>편집 및 상세화</a:t>
          </a:r>
          <a:endParaRPr lang="en-US" dirty="0"/>
        </a:p>
      </dgm:t>
    </dgm:pt>
    <dgm:pt modelId="{EC71CAE9-769B-4B3B-8F1D-6EF361F05447}" type="parTrans" cxnId="{30169DD5-F68B-4EF8-92FB-EAB143323579}">
      <dgm:prSet/>
      <dgm:spPr/>
      <dgm:t>
        <a:bodyPr/>
        <a:lstStyle/>
        <a:p>
          <a:endParaRPr lang="en-US"/>
        </a:p>
      </dgm:t>
    </dgm:pt>
    <dgm:pt modelId="{1C7A8E93-7776-4BF1-B2A6-D660046A36EF}" type="sibTrans" cxnId="{30169DD5-F68B-4EF8-92FB-EAB143323579}">
      <dgm:prSet/>
      <dgm:spPr/>
      <dgm:t>
        <a:bodyPr/>
        <a:lstStyle/>
        <a:p>
          <a:endParaRPr lang="en-US"/>
        </a:p>
      </dgm:t>
    </dgm:pt>
    <dgm:pt modelId="{40D905A5-95E8-4751-B90F-D864E3EFAF50}">
      <dgm:prSet/>
      <dgm:spPr/>
      <dgm:t>
        <a:bodyPr/>
        <a:lstStyle/>
        <a:p>
          <a:r>
            <a:rPr lang="ko-KR" dirty="0" err="1"/>
            <a:t>관계선</a:t>
          </a:r>
          <a:r>
            <a:rPr lang="ko-KR" dirty="0"/>
            <a:t> 수정</a:t>
          </a:r>
          <a:r>
            <a:rPr lang="en-US" dirty="0"/>
            <a:t>, </a:t>
          </a:r>
          <a:r>
            <a:rPr lang="ko-KR" dirty="0"/>
            <a:t>추가 코멘트 작성</a:t>
          </a:r>
          <a:endParaRPr lang="en-US" dirty="0"/>
        </a:p>
      </dgm:t>
    </dgm:pt>
    <dgm:pt modelId="{E3DF0867-C3F5-4127-A529-883AD08FCAF5}" type="parTrans" cxnId="{495496A4-4B79-4905-9804-FFCE217E3CA3}">
      <dgm:prSet/>
      <dgm:spPr/>
      <dgm:t>
        <a:bodyPr/>
        <a:lstStyle/>
        <a:p>
          <a:endParaRPr lang="en-US"/>
        </a:p>
      </dgm:t>
    </dgm:pt>
    <dgm:pt modelId="{6F4555A0-D224-4D42-B6C1-337AEB177782}" type="sibTrans" cxnId="{495496A4-4B79-4905-9804-FFCE217E3CA3}">
      <dgm:prSet/>
      <dgm:spPr/>
      <dgm:t>
        <a:bodyPr/>
        <a:lstStyle/>
        <a:p>
          <a:endParaRPr lang="en-US"/>
        </a:p>
      </dgm:t>
    </dgm:pt>
    <dgm:pt modelId="{022161B8-FE43-4F67-AE92-294A8F11190E}">
      <dgm:prSet/>
      <dgm:spPr/>
      <dgm:t>
        <a:bodyPr/>
        <a:lstStyle/>
        <a:p>
          <a:r>
            <a:rPr lang="ko-KR" dirty="0"/>
            <a:t>외부 문서 </a:t>
          </a:r>
          <a:r>
            <a:rPr lang="en-US" dirty="0"/>
            <a:t>(</a:t>
          </a:r>
          <a:r>
            <a:rPr lang="ko-KR" dirty="0"/>
            <a:t>예</a:t>
          </a:r>
          <a:r>
            <a:rPr lang="en-US" dirty="0"/>
            <a:t>: PDF </a:t>
          </a:r>
          <a:r>
            <a:rPr lang="ko-KR" dirty="0"/>
            <a:t>보고서</a:t>
          </a:r>
          <a:r>
            <a:rPr lang="en-US" dirty="0"/>
            <a:t>, AI </a:t>
          </a:r>
          <a:r>
            <a:rPr lang="ko-KR" dirty="0"/>
            <a:t>분석 요약</a:t>
          </a:r>
          <a:r>
            <a:rPr lang="en-US" dirty="0"/>
            <a:t>)</a:t>
          </a:r>
          <a:r>
            <a:rPr lang="ko-KR" dirty="0"/>
            <a:t>와 링크</a:t>
          </a:r>
          <a:endParaRPr lang="en-US" dirty="0"/>
        </a:p>
      </dgm:t>
    </dgm:pt>
    <dgm:pt modelId="{5A9B9502-E372-4316-AC80-02AE3D04044A}" type="parTrans" cxnId="{C3E50122-DD9B-40A3-BECD-DA50FC4CEC02}">
      <dgm:prSet/>
      <dgm:spPr/>
      <dgm:t>
        <a:bodyPr/>
        <a:lstStyle/>
        <a:p>
          <a:endParaRPr lang="en-US"/>
        </a:p>
      </dgm:t>
    </dgm:pt>
    <dgm:pt modelId="{FB45849F-684C-49AF-9E00-CD2F240972AB}" type="sibTrans" cxnId="{C3E50122-DD9B-40A3-BECD-DA50FC4CEC02}">
      <dgm:prSet/>
      <dgm:spPr/>
      <dgm:t>
        <a:bodyPr/>
        <a:lstStyle/>
        <a:p>
          <a:endParaRPr lang="en-US"/>
        </a:p>
      </dgm:t>
    </dgm:pt>
    <dgm:pt modelId="{05C9840E-E7CB-4D09-BCB6-20C65429593C}" type="pres">
      <dgm:prSet presAssocID="{DD3920E4-43F1-4E5C-AAA5-4D95AD8819E4}" presName="Name0" presStyleCnt="0">
        <dgm:presLayoutVars>
          <dgm:dir/>
          <dgm:animLvl val="lvl"/>
          <dgm:resizeHandles val="exact"/>
        </dgm:presLayoutVars>
      </dgm:prSet>
      <dgm:spPr/>
    </dgm:pt>
    <dgm:pt modelId="{77A6EB04-A803-4F04-B897-285488479103}" type="pres">
      <dgm:prSet presAssocID="{DD3920E4-43F1-4E5C-AAA5-4D95AD8819E4}" presName="tSp" presStyleCnt="0"/>
      <dgm:spPr/>
    </dgm:pt>
    <dgm:pt modelId="{416093E6-DA25-48FE-8538-C24D905A5910}" type="pres">
      <dgm:prSet presAssocID="{DD3920E4-43F1-4E5C-AAA5-4D95AD8819E4}" presName="bSp" presStyleCnt="0"/>
      <dgm:spPr/>
    </dgm:pt>
    <dgm:pt modelId="{06CB5BBC-C68C-45BF-9A1E-0084870C63E5}" type="pres">
      <dgm:prSet presAssocID="{DD3920E4-43F1-4E5C-AAA5-4D95AD8819E4}" presName="process" presStyleCnt="0"/>
      <dgm:spPr/>
    </dgm:pt>
    <dgm:pt modelId="{2E353C2D-72B5-474E-BFD4-CCD48041CC35}" type="pres">
      <dgm:prSet presAssocID="{7926BB7C-1EA3-447F-A5E8-E4CC47248CBD}" presName="composite1" presStyleCnt="0"/>
      <dgm:spPr/>
    </dgm:pt>
    <dgm:pt modelId="{EBC5F0B2-DEEA-4BD7-98AD-CBEC3AAB91C4}" type="pres">
      <dgm:prSet presAssocID="{7926BB7C-1EA3-447F-A5E8-E4CC47248CBD}" presName="dummyNode1" presStyleLbl="node1" presStyleIdx="0" presStyleCnt="3"/>
      <dgm:spPr/>
    </dgm:pt>
    <dgm:pt modelId="{52D1D86E-C0AB-486E-A04B-EBDD96A43F48}" type="pres">
      <dgm:prSet presAssocID="{7926BB7C-1EA3-447F-A5E8-E4CC47248CBD}" presName="childNode1" presStyleLbl="bgAcc1" presStyleIdx="0" presStyleCnt="3">
        <dgm:presLayoutVars>
          <dgm:bulletEnabled val="1"/>
        </dgm:presLayoutVars>
      </dgm:prSet>
      <dgm:spPr/>
    </dgm:pt>
    <dgm:pt modelId="{11B5950B-3FF1-4708-806C-099AD0D1C9C3}" type="pres">
      <dgm:prSet presAssocID="{7926BB7C-1EA3-447F-A5E8-E4CC47248CBD}" presName="childNode1tx" presStyleLbl="bgAcc1" presStyleIdx="0" presStyleCnt="3">
        <dgm:presLayoutVars>
          <dgm:bulletEnabled val="1"/>
        </dgm:presLayoutVars>
      </dgm:prSet>
      <dgm:spPr/>
    </dgm:pt>
    <dgm:pt modelId="{B5D3CEBB-D6AF-476C-985F-7AE02A7BE497}" type="pres">
      <dgm:prSet presAssocID="{7926BB7C-1EA3-447F-A5E8-E4CC47248CB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D7B56B29-0E7B-4C86-999B-CFB5F32B0C05}" type="pres">
      <dgm:prSet presAssocID="{7926BB7C-1EA3-447F-A5E8-E4CC47248CBD}" presName="connSite1" presStyleCnt="0"/>
      <dgm:spPr/>
    </dgm:pt>
    <dgm:pt modelId="{BEABA186-DF1E-493C-9236-4E8D49DDA895}" type="pres">
      <dgm:prSet presAssocID="{0246C47A-0732-4570-B238-2434B7903D94}" presName="Name9" presStyleLbl="sibTrans2D1" presStyleIdx="0" presStyleCnt="2"/>
      <dgm:spPr/>
    </dgm:pt>
    <dgm:pt modelId="{35934D5D-B1CC-4F6D-B44C-84A62CA8ADE1}" type="pres">
      <dgm:prSet presAssocID="{34F28934-EB71-470E-B8E2-14890CD35AFF}" presName="composite2" presStyleCnt="0"/>
      <dgm:spPr/>
    </dgm:pt>
    <dgm:pt modelId="{19F48724-D854-4AB7-8D38-469ED8AEBA28}" type="pres">
      <dgm:prSet presAssocID="{34F28934-EB71-470E-B8E2-14890CD35AFF}" presName="dummyNode2" presStyleLbl="node1" presStyleIdx="0" presStyleCnt="3"/>
      <dgm:spPr/>
    </dgm:pt>
    <dgm:pt modelId="{C6C97120-C555-4483-BBE5-5BEC9BA612F1}" type="pres">
      <dgm:prSet presAssocID="{34F28934-EB71-470E-B8E2-14890CD35AFF}" presName="childNode2" presStyleLbl="bgAcc1" presStyleIdx="1" presStyleCnt="3">
        <dgm:presLayoutVars>
          <dgm:bulletEnabled val="1"/>
        </dgm:presLayoutVars>
      </dgm:prSet>
      <dgm:spPr/>
    </dgm:pt>
    <dgm:pt modelId="{725202BD-2FC6-4603-9F84-1CCA6FF10AA4}" type="pres">
      <dgm:prSet presAssocID="{34F28934-EB71-470E-B8E2-14890CD35AFF}" presName="childNode2tx" presStyleLbl="bgAcc1" presStyleIdx="1" presStyleCnt="3">
        <dgm:presLayoutVars>
          <dgm:bulletEnabled val="1"/>
        </dgm:presLayoutVars>
      </dgm:prSet>
      <dgm:spPr/>
    </dgm:pt>
    <dgm:pt modelId="{8F7C0FEC-8B41-4165-BC01-6110194F0B2A}" type="pres">
      <dgm:prSet presAssocID="{34F28934-EB71-470E-B8E2-14890CD35AF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40E97482-328B-48AC-AC8B-066744E2B76E}" type="pres">
      <dgm:prSet presAssocID="{34F28934-EB71-470E-B8E2-14890CD35AFF}" presName="connSite2" presStyleCnt="0"/>
      <dgm:spPr/>
    </dgm:pt>
    <dgm:pt modelId="{49F8C39A-E155-44C2-9DC0-76B84184E29F}" type="pres">
      <dgm:prSet presAssocID="{41DCC6EF-397C-4E3E-9923-89FFA7F6702A}" presName="Name18" presStyleLbl="sibTrans2D1" presStyleIdx="1" presStyleCnt="2"/>
      <dgm:spPr/>
    </dgm:pt>
    <dgm:pt modelId="{CBBC26CC-639A-4467-84EA-B7A154607A58}" type="pres">
      <dgm:prSet presAssocID="{FEB955B0-AF70-45B7-A68A-7E7760A05442}" presName="composite1" presStyleCnt="0"/>
      <dgm:spPr/>
    </dgm:pt>
    <dgm:pt modelId="{F9AD83E2-B4AC-4BC9-848D-C3732C36FE6D}" type="pres">
      <dgm:prSet presAssocID="{FEB955B0-AF70-45B7-A68A-7E7760A05442}" presName="dummyNode1" presStyleLbl="node1" presStyleIdx="1" presStyleCnt="3"/>
      <dgm:spPr/>
    </dgm:pt>
    <dgm:pt modelId="{C864EE7B-7F8B-476F-8E50-4A5A50EC9B37}" type="pres">
      <dgm:prSet presAssocID="{FEB955B0-AF70-45B7-A68A-7E7760A05442}" presName="childNode1" presStyleLbl="bgAcc1" presStyleIdx="2" presStyleCnt="3">
        <dgm:presLayoutVars>
          <dgm:bulletEnabled val="1"/>
        </dgm:presLayoutVars>
      </dgm:prSet>
      <dgm:spPr/>
    </dgm:pt>
    <dgm:pt modelId="{BF14CA8E-43F8-487F-8511-008D98CA2D79}" type="pres">
      <dgm:prSet presAssocID="{FEB955B0-AF70-45B7-A68A-7E7760A05442}" presName="childNode1tx" presStyleLbl="bgAcc1" presStyleIdx="2" presStyleCnt="3">
        <dgm:presLayoutVars>
          <dgm:bulletEnabled val="1"/>
        </dgm:presLayoutVars>
      </dgm:prSet>
      <dgm:spPr/>
    </dgm:pt>
    <dgm:pt modelId="{0C2E5393-2420-4032-93EF-4A2C1812CB3C}" type="pres">
      <dgm:prSet presAssocID="{FEB955B0-AF70-45B7-A68A-7E7760A05442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392E7A19-103E-4CC9-AF71-2128DB4FF773}" type="pres">
      <dgm:prSet presAssocID="{FEB955B0-AF70-45B7-A68A-7E7760A05442}" presName="connSite1" presStyleCnt="0"/>
      <dgm:spPr/>
    </dgm:pt>
  </dgm:ptLst>
  <dgm:cxnLst>
    <dgm:cxn modelId="{D9FD3900-E7EC-4675-8E87-C4264B645D8B}" type="presOf" srcId="{06EB9E1F-03BB-4778-A68E-7ECFB8880486}" destId="{52D1D86E-C0AB-486E-A04B-EBDD96A43F48}" srcOrd="0" destOrd="0" presId="urn:microsoft.com/office/officeart/2005/8/layout/hProcess4"/>
    <dgm:cxn modelId="{6B190C0F-5499-42F3-876E-93764187692B}" srcId="{DD3920E4-43F1-4E5C-AAA5-4D95AD8819E4}" destId="{7926BB7C-1EA3-447F-A5E8-E4CC47248CBD}" srcOrd="0" destOrd="0" parTransId="{8A48B592-49EE-4509-8398-ACBFFED9169F}" sibTransId="{0246C47A-0732-4570-B238-2434B7903D94}"/>
    <dgm:cxn modelId="{C3E50122-DD9B-40A3-BECD-DA50FC4CEC02}" srcId="{FEB955B0-AF70-45B7-A68A-7E7760A05442}" destId="{022161B8-FE43-4F67-AE92-294A8F11190E}" srcOrd="1" destOrd="0" parTransId="{5A9B9502-E372-4316-AC80-02AE3D04044A}" sibTransId="{FB45849F-684C-49AF-9E00-CD2F240972AB}"/>
    <dgm:cxn modelId="{E0D53533-B86D-427D-B4BE-E7BFA72A17A2}" type="presOf" srcId="{EB1C2A4C-47A1-4523-97D2-CA0DF876067E}" destId="{725202BD-2FC6-4603-9F84-1CCA6FF10AA4}" srcOrd="1" destOrd="0" presId="urn:microsoft.com/office/officeart/2005/8/layout/hProcess4"/>
    <dgm:cxn modelId="{E4CCE564-083A-41A3-B580-F878325907DC}" type="presOf" srcId="{40D905A5-95E8-4751-B90F-D864E3EFAF50}" destId="{C864EE7B-7F8B-476F-8E50-4A5A50EC9B37}" srcOrd="0" destOrd="0" presId="urn:microsoft.com/office/officeart/2005/8/layout/hProcess4"/>
    <dgm:cxn modelId="{FEC42165-0919-4BF5-BAB6-28F5E4D5DA4B}" srcId="{7926BB7C-1EA3-447F-A5E8-E4CC47248CBD}" destId="{06EB9E1F-03BB-4778-A68E-7ECFB8880486}" srcOrd="0" destOrd="0" parTransId="{5F6E31D8-6315-40E8-97EA-83EA8F697789}" sibTransId="{1B0B3DF7-CE4E-4F42-B575-B0373C1D8FF7}"/>
    <dgm:cxn modelId="{11DF2265-7AEE-4DE5-96FD-D3C1C49B7563}" srcId="{34F28934-EB71-470E-B8E2-14890CD35AFF}" destId="{EB1C2A4C-47A1-4523-97D2-CA0DF876067E}" srcOrd="0" destOrd="0" parTransId="{ADFD1679-41BA-4737-A41A-F065A85B9B9A}" sibTransId="{D8FDADF7-A252-457A-B449-0017AA87DB19}"/>
    <dgm:cxn modelId="{79576D68-9DC0-42BD-9444-0B95A93423A3}" type="presOf" srcId="{40D905A5-95E8-4751-B90F-D864E3EFAF50}" destId="{BF14CA8E-43F8-487F-8511-008D98CA2D79}" srcOrd="1" destOrd="0" presId="urn:microsoft.com/office/officeart/2005/8/layout/hProcess4"/>
    <dgm:cxn modelId="{DCFBA868-3256-4F11-AEB4-8D4C4D6CBE45}" type="presOf" srcId="{022161B8-FE43-4F67-AE92-294A8F11190E}" destId="{C864EE7B-7F8B-476F-8E50-4A5A50EC9B37}" srcOrd="0" destOrd="1" presId="urn:microsoft.com/office/officeart/2005/8/layout/hProcess4"/>
    <dgm:cxn modelId="{CA0B634F-47DB-4CA2-9F04-829AFEA8F7EB}" type="presOf" srcId="{7926BB7C-1EA3-447F-A5E8-E4CC47248CBD}" destId="{B5D3CEBB-D6AF-476C-985F-7AE02A7BE497}" srcOrd="0" destOrd="0" presId="urn:microsoft.com/office/officeart/2005/8/layout/hProcess4"/>
    <dgm:cxn modelId="{AAD58D51-4B6D-402A-BBE3-009096796548}" srcId="{34F28934-EB71-470E-B8E2-14890CD35AFF}" destId="{4724FC66-871C-4AE1-BDFA-8B1109810EE8}" srcOrd="1" destOrd="0" parTransId="{64BAF80A-3BA6-4832-A3F8-8890D76AB8EE}" sibTransId="{B862F074-CAC7-41D5-AE3F-D6EE77D43394}"/>
    <dgm:cxn modelId="{6473A354-15B0-45E6-A214-EE081101A455}" type="presOf" srcId="{4724FC66-871C-4AE1-BDFA-8B1109810EE8}" destId="{725202BD-2FC6-4603-9F84-1CCA6FF10AA4}" srcOrd="1" destOrd="1" presId="urn:microsoft.com/office/officeart/2005/8/layout/hProcess4"/>
    <dgm:cxn modelId="{9A16497B-BB2B-411D-89A4-BF926FBF94F3}" type="presOf" srcId="{022161B8-FE43-4F67-AE92-294A8F11190E}" destId="{BF14CA8E-43F8-487F-8511-008D98CA2D79}" srcOrd="1" destOrd="1" presId="urn:microsoft.com/office/officeart/2005/8/layout/hProcess4"/>
    <dgm:cxn modelId="{6CEB9587-5DDA-41BB-9A09-04208A064669}" type="presOf" srcId="{06EB9E1F-03BB-4778-A68E-7ECFB8880486}" destId="{11B5950B-3FF1-4708-806C-099AD0D1C9C3}" srcOrd="1" destOrd="0" presId="urn:microsoft.com/office/officeart/2005/8/layout/hProcess4"/>
    <dgm:cxn modelId="{0D35A997-3EEA-45B2-8E29-F9B2F1345B2C}" type="presOf" srcId="{DD3920E4-43F1-4E5C-AAA5-4D95AD8819E4}" destId="{05C9840E-E7CB-4D09-BCB6-20C65429593C}" srcOrd="0" destOrd="0" presId="urn:microsoft.com/office/officeart/2005/8/layout/hProcess4"/>
    <dgm:cxn modelId="{93ED81A0-3F22-4ED1-9216-92DAD39861D5}" type="presOf" srcId="{FEB955B0-AF70-45B7-A68A-7E7760A05442}" destId="{0C2E5393-2420-4032-93EF-4A2C1812CB3C}" srcOrd="0" destOrd="0" presId="urn:microsoft.com/office/officeart/2005/8/layout/hProcess4"/>
    <dgm:cxn modelId="{495496A4-4B79-4905-9804-FFCE217E3CA3}" srcId="{FEB955B0-AF70-45B7-A68A-7E7760A05442}" destId="{40D905A5-95E8-4751-B90F-D864E3EFAF50}" srcOrd="0" destOrd="0" parTransId="{E3DF0867-C3F5-4127-A529-883AD08FCAF5}" sibTransId="{6F4555A0-D224-4D42-B6C1-337AEB177782}"/>
    <dgm:cxn modelId="{125808B9-794D-417D-94B9-57886DD36A8B}" type="presOf" srcId="{0246C47A-0732-4570-B238-2434B7903D94}" destId="{BEABA186-DF1E-493C-9236-4E8D49DDA895}" srcOrd="0" destOrd="0" presId="urn:microsoft.com/office/officeart/2005/8/layout/hProcess4"/>
    <dgm:cxn modelId="{30169DD5-F68B-4EF8-92FB-EAB143323579}" srcId="{DD3920E4-43F1-4E5C-AAA5-4D95AD8819E4}" destId="{FEB955B0-AF70-45B7-A68A-7E7760A05442}" srcOrd="2" destOrd="0" parTransId="{EC71CAE9-769B-4B3B-8F1D-6EF361F05447}" sibTransId="{1C7A8E93-7776-4BF1-B2A6-D660046A36EF}"/>
    <dgm:cxn modelId="{97ADE6DF-4CAB-4A6A-ADEA-8051DE4CDAA1}" type="presOf" srcId="{34F28934-EB71-470E-B8E2-14890CD35AFF}" destId="{8F7C0FEC-8B41-4165-BC01-6110194F0B2A}" srcOrd="0" destOrd="0" presId="urn:microsoft.com/office/officeart/2005/8/layout/hProcess4"/>
    <dgm:cxn modelId="{CC7AF7DF-1B7C-4ACC-BAB7-6BF1391FC002}" srcId="{DD3920E4-43F1-4E5C-AAA5-4D95AD8819E4}" destId="{34F28934-EB71-470E-B8E2-14890CD35AFF}" srcOrd="1" destOrd="0" parTransId="{CC2C8944-F9FC-478F-9B63-2B9B5AAD8286}" sibTransId="{41DCC6EF-397C-4E3E-9923-89FFA7F6702A}"/>
    <dgm:cxn modelId="{C3A72EF1-67B2-4740-A843-7AC1247FFF5B}" type="presOf" srcId="{EB1C2A4C-47A1-4523-97D2-CA0DF876067E}" destId="{C6C97120-C555-4483-BBE5-5BEC9BA612F1}" srcOrd="0" destOrd="0" presId="urn:microsoft.com/office/officeart/2005/8/layout/hProcess4"/>
    <dgm:cxn modelId="{2A123BF4-40C1-4E38-9867-5825D1B2EA81}" type="presOf" srcId="{41DCC6EF-397C-4E3E-9923-89FFA7F6702A}" destId="{49F8C39A-E155-44C2-9DC0-76B84184E29F}" srcOrd="0" destOrd="0" presId="urn:microsoft.com/office/officeart/2005/8/layout/hProcess4"/>
    <dgm:cxn modelId="{666FA6F5-994D-4296-988B-818D35070B0A}" type="presOf" srcId="{4724FC66-871C-4AE1-BDFA-8B1109810EE8}" destId="{C6C97120-C555-4483-BBE5-5BEC9BA612F1}" srcOrd="0" destOrd="1" presId="urn:microsoft.com/office/officeart/2005/8/layout/hProcess4"/>
    <dgm:cxn modelId="{73898FC5-E942-4E4E-BD2C-73E1B251DADE}" type="presParOf" srcId="{05C9840E-E7CB-4D09-BCB6-20C65429593C}" destId="{77A6EB04-A803-4F04-B897-285488479103}" srcOrd="0" destOrd="0" presId="urn:microsoft.com/office/officeart/2005/8/layout/hProcess4"/>
    <dgm:cxn modelId="{CB1754D7-89D8-4270-9EA3-E1AF1AD70597}" type="presParOf" srcId="{05C9840E-E7CB-4D09-BCB6-20C65429593C}" destId="{416093E6-DA25-48FE-8538-C24D905A5910}" srcOrd="1" destOrd="0" presId="urn:microsoft.com/office/officeart/2005/8/layout/hProcess4"/>
    <dgm:cxn modelId="{ED1E95EA-3101-496E-BBDF-0684957BDFCC}" type="presParOf" srcId="{05C9840E-E7CB-4D09-BCB6-20C65429593C}" destId="{06CB5BBC-C68C-45BF-9A1E-0084870C63E5}" srcOrd="2" destOrd="0" presId="urn:microsoft.com/office/officeart/2005/8/layout/hProcess4"/>
    <dgm:cxn modelId="{E68EDE2C-EBBC-433F-8443-B409A8ED2491}" type="presParOf" srcId="{06CB5BBC-C68C-45BF-9A1E-0084870C63E5}" destId="{2E353C2D-72B5-474E-BFD4-CCD48041CC35}" srcOrd="0" destOrd="0" presId="urn:microsoft.com/office/officeart/2005/8/layout/hProcess4"/>
    <dgm:cxn modelId="{B22E396A-5831-459B-B834-CF96727BBD95}" type="presParOf" srcId="{2E353C2D-72B5-474E-BFD4-CCD48041CC35}" destId="{EBC5F0B2-DEEA-4BD7-98AD-CBEC3AAB91C4}" srcOrd="0" destOrd="0" presId="urn:microsoft.com/office/officeart/2005/8/layout/hProcess4"/>
    <dgm:cxn modelId="{FC1804EA-6647-448F-B884-83C706A55B88}" type="presParOf" srcId="{2E353C2D-72B5-474E-BFD4-CCD48041CC35}" destId="{52D1D86E-C0AB-486E-A04B-EBDD96A43F48}" srcOrd="1" destOrd="0" presId="urn:microsoft.com/office/officeart/2005/8/layout/hProcess4"/>
    <dgm:cxn modelId="{ABD2D116-EB7A-4354-BD14-BB12A471B43D}" type="presParOf" srcId="{2E353C2D-72B5-474E-BFD4-CCD48041CC35}" destId="{11B5950B-3FF1-4708-806C-099AD0D1C9C3}" srcOrd="2" destOrd="0" presId="urn:microsoft.com/office/officeart/2005/8/layout/hProcess4"/>
    <dgm:cxn modelId="{0FC1972A-C35C-4ECB-9DB9-AD2C797AE665}" type="presParOf" srcId="{2E353C2D-72B5-474E-BFD4-CCD48041CC35}" destId="{B5D3CEBB-D6AF-476C-985F-7AE02A7BE497}" srcOrd="3" destOrd="0" presId="urn:microsoft.com/office/officeart/2005/8/layout/hProcess4"/>
    <dgm:cxn modelId="{F26634A8-4ECE-432F-A5E1-2ADE2E07E8BC}" type="presParOf" srcId="{2E353C2D-72B5-474E-BFD4-CCD48041CC35}" destId="{D7B56B29-0E7B-4C86-999B-CFB5F32B0C05}" srcOrd="4" destOrd="0" presId="urn:microsoft.com/office/officeart/2005/8/layout/hProcess4"/>
    <dgm:cxn modelId="{24E01857-B752-4FF8-BD79-5F9E5F02237A}" type="presParOf" srcId="{06CB5BBC-C68C-45BF-9A1E-0084870C63E5}" destId="{BEABA186-DF1E-493C-9236-4E8D49DDA895}" srcOrd="1" destOrd="0" presId="urn:microsoft.com/office/officeart/2005/8/layout/hProcess4"/>
    <dgm:cxn modelId="{859623A6-C9B4-4A77-A445-91EE35206B8C}" type="presParOf" srcId="{06CB5BBC-C68C-45BF-9A1E-0084870C63E5}" destId="{35934D5D-B1CC-4F6D-B44C-84A62CA8ADE1}" srcOrd="2" destOrd="0" presId="urn:microsoft.com/office/officeart/2005/8/layout/hProcess4"/>
    <dgm:cxn modelId="{A0D6BB98-61C1-4D63-9C1E-1EB264938E9C}" type="presParOf" srcId="{35934D5D-B1CC-4F6D-B44C-84A62CA8ADE1}" destId="{19F48724-D854-4AB7-8D38-469ED8AEBA28}" srcOrd="0" destOrd="0" presId="urn:microsoft.com/office/officeart/2005/8/layout/hProcess4"/>
    <dgm:cxn modelId="{FFA56639-20FB-44DE-9AFA-B8DA451A9EDA}" type="presParOf" srcId="{35934D5D-B1CC-4F6D-B44C-84A62CA8ADE1}" destId="{C6C97120-C555-4483-BBE5-5BEC9BA612F1}" srcOrd="1" destOrd="0" presId="urn:microsoft.com/office/officeart/2005/8/layout/hProcess4"/>
    <dgm:cxn modelId="{75DDE377-FD89-4296-8883-8E3F41C8BC3A}" type="presParOf" srcId="{35934D5D-B1CC-4F6D-B44C-84A62CA8ADE1}" destId="{725202BD-2FC6-4603-9F84-1CCA6FF10AA4}" srcOrd="2" destOrd="0" presId="urn:microsoft.com/office/officeart/2005/8/layout/hProcess4"/>
    <dgm:cxn modelId="{98C5108E-A766-4A14-A326-70EA994E1FD5}" type="presParOf" srcId="{35934D5D-B1CC-4F6D-B44C-84A62CA8ADE1}" destId="{8F7C0FEC-8B41-4165-BC01-6110194F0B2A}" srcOrd="3" destOrd="0" presId="urn:microsoft.com/office/officeart/2005/8/layout/hProcess4"/>
    <dgm:cxn modelId="{2408491B-3B01-45E1-8732-1BE0CFEDF816}" type="presParOf" srcId="{35934D5D-B1CC-4F6D-B44C-84A62CA8ADE1}" destId="{40E97482-328B-48AC-AC8B-066744E2B76E}" srcOrd="4" destOrd="0" presId="urn:microsoft.com/office/officeart/2005/8/layout/hProcess4"/>
    <dgm:cxn modelId="{0108ECFA-B688-45F3-AB99-6FC4138526FB}" type="presParOf" srcId="{06CB5BBC-C68C-45BF-9A1E-0084870C63E5}" destId="{49F8C39A-E155-44C2-9DC0-76B84184E29F}" srcOrd="3" destOrd="0" presId="urn:microsoft.com/office/officeart/2005/8/layout/hProcess4"/>
    <dgm:cxn modelId="{7FA73325-B4B0-4CE3-BB21-91EEC75B66E2}" type="presParOf" srcId="{06CB5BBC-C68C-45BF-9A1E-0084870C63E5}" destId="{CBBC26CC-639A-4467-84EA-B7A154607A58}" srcOrd="4" destOrd="0" presId="urn:microsoft.com/office/officeart/2005/8/layout/hProcess4"/>
    <dgm:cxn modelId="{4F9A34CB-CA47-4008-8B6E-BABEEB995DE0}" type="presParOf" srcId="{CBBC26CC-639A-4467-84EA-B7A154607A58}" destId="{F9AD83E2-B4AC-4BC9-848D-C3732C36FE6D}" srcOrd="0" destOrd="0" presId="urn:microsoft.com/office/officeart/2005/8/layout/hProcess4"/>
    <dgm:cxn modelId="{3B8D1DD3-DB41-49AD-BD3A-9798D27B527B}" type="presParOf" srcId="{CBBC26CC-639A-4467-84EA-B7A154607A58}" destId="{C864EE7B-7F8B-476F-8E50-4A5A50EC9B37}" srcOrd="1" destOrd="0" presId="urn:microsoft.com/office/officeart/2005/8/layout/hProcess4"/>
    <dgm:cxn modelId="{F39A6727-31A1-4D2C-931E-DF89C572CD01}" type="presParOf" srcId="{CBBC26CC-639A-4467-84EA-B7A154607A58}" destId="{BF14CA8E-43F8-487F-8511-008D98CA2D79}" srcOrd="2" destOrd="0" presId="urn:microsoft.com/office/officeart/2005/8/layout/hProcess4"/>
    <dgm:cxn modelId="{E929533B-E0D3-4D56-9BB1-7F69C0AE6171}" type="presParOf" srcId="{CBBC26CC-639A-4467-84EA-B7A154607A58}" destId="{0C2E5393-2420-4032-93EF-4A2C1812CB3C}" srcOrd="3" destOrd="0" presId="urn:microsoft.com/office/officeart/2005/8/layout/hProcess4"/>
    <dgm:cxn modelId="{1C7CE2D9-5342-4432-A298-6319847751EF}" type="presParOf" srcId="{CBBC26CC-639A-4467-84EA-B7A154607A58}" destId="{392E7A19-103E-4CC9-AF71-2128DB4FF77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BA8803-7905-45F1-A696-73B836E4547D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10B002-AC30-4D94-A4DE-E0304510C06D}">
      <dgm:prSet/>
      <dgm:spPr/>
      <dgm:t>
        <a:bodyPr/>
        <a:lstStyle/>
        <a:p>
          <a:r>
            <a:rPr lang="ko-KR" dirty="0"/>
            <a:t>핵심 아이디어 입력</a:t>
          </a:r>
          <a:endParaRPr lang="en-US" dirty="0"/>
        </a:p>
      </dgm:t>
    </dgm:pt>
    <dgm:pt modelId="{4A66E3A1-46E8-4B90-B070-85A42865ABE8}" type="parTrans" cxnId="{3C901CFF-03FF-4A54-8FCE-2803F61ACD8B}">
      <dgm:prSet/>
      <dgm:spPr/>
      <dgm:t>
        <a:bodyPr/>
        <a:lstStyle/>
        <a:p>
          <a:endParaRPr lang="en-US"/>
        </a:p>
      </dgm:t>
    </dgm:pt>
    <dgm:pt modelId="{7BB13558-5EE4-43BE-B427-AF2F4BF34268}" type="sibTrans" cxnId="{3C901CFF-03FF-4A54-8FCE-2803F61ACD8B}">
      <dgm:prSet/>
      <dgm:spPr/>
      <dgm:t>
        <a:bodyPr/>
        <a:lstStyle/>
        <a:p>
          <a:endParaRPr lang="en-US"/>
        </a:p>
      </dgm:t>
    </dgm:pt>
    <dgm:pt modelId="{01C661BB-5202-4CA4-A1BC-AEA41028CCE9}">
      <dgm:prSet/>
      <dgm:spPr/>
      <dgm:t>
        <a:bodyPr/>
        <a:lstStyle/>
        <a:p>
          <a:r>
            <a:rPr lang="ko-KR" dirty="0"/>
            <a:t>자동 구조화 </a:t>
          </a:r>
          <a:r>
            <a:rPr lang="en-US" dirty="0"/>
            <a:t>(</a:t>
          </a:r>
          <a:r>
            <a:rPr lang="ko-KR" dirty="0"/>
            <a:t>목차</a:t>
          </a:r>
          <a:r>
            <a:rPr lang="en-US" dirty="0"/>
            <a:t>, </a:t>
          </a:r>
          <a:r>
            <a:rPr lang="ko-KR" dirty="0"/>
            <a:t>개요</a:t>
          </a:r>
          <a:r>
            <a:rPr lang="en-US" dirty="0"/>
            <a:t>, </a:t>
          </a:r>
          <a:r>
            <a:rPr lang="ko-KR" dirty="0"/>
            <a:t>세부 내용</a:t>
          </a:r>
          <a:r>
            <a:rPr lang="en-US" dirty="0"/>
            <a:t>)</a:t>
          </a:r>
        </a:p>
      </dgm:t>
    </dgm:pt>
    <dgm:pt modelId="{1CEA35C3-A806-45FC-9C2F-0552D65B0061}" type="parTrans" cxnId="{69175C29-D9BC-4CC9-84FE-1B1FDE73B35C}">
      <dgm:prSet/>
      <dgm:spPr/>
      <dgm:t>
        <a:bodyPr/>
        <a:lstStyle/>
        <a:p>
          <a:endParaRPr lang="en-US"/>
        </a:p>
      </dgm:t>
    </dgm:pt>
    <dgm:pt modelId="{8F128DD9-DFFF-422E-9189-E4E2A8812995}" type="sibTrans" cxnId="{69175C29-D9BC-4CC9-84FE-1B1FDE73B35C}">
      <dgm:prSet/>
      <dgm:spPr/>
      <dgm:t>
        <a:bodyPr/>
        <a:lstStyle/>
        <a:p>
          <a:endParaRPr lang="en-US"/>
        </a:p>
      </dgm:t>
    </dgm:pt>
    <dgm:pt modelId="{6B1CC9E2-06C6-445C-8162-EFDD227C3CB4}">
      <dgm:prSet/>
      <dgm:spPr/>
      <dgm:t>
        <a:bodyPr/>
        <a:lstStyle/>
        <a:p>
          <a:r>
            <a:rPr lang="ko-KR" dirty="0"/>
            <a:t>디자인 및 이미지 자동 추천</a:t>
          </a:r>
          <a:endParaRPr lang="en-US" dirty="0"/>
        </a:p>
      </dgm:t>
    </dgm:pt>
    <dgm:pt modelId="{1ACC9344-9931-4A61-87C8-9DE6A5A75D33}" type="parTrans" cxnId="{D942A715-E585-4902-A73F-5D0508E6CA14}">
      <dgm:prSet/>
      <dgm:spPr/>
      <dgm:t>
        <a:bodyPr/>
        <a:lstStyle/>
        <a:p>
          <a:endParaRPr lang="en-US"/>
        </a:p>
      </dgm:t>
    </dgm:pt>
    <dgm:pt modelId="{CB963E40-88CB-486E-8793-721EF41BF0D6}" type="sibTrans" cxnId="{D942A715-E585-4902-A73F-5D0508E6CA14}">
      <dgm:prSet/>
      <dgm:spPr/>
      <dgm:t>
        <a:bodyPr/>
        <a:lstStyle/>
        <a:p>
          <a:endParaRPr lang="en-US"/>
        </a:p>
      </dgm:t>
    </dgm:pt>
    <dgm:pt modelId="{1048A259-6A0F-483E-A0E9-FC078C5C556E}">
      <dgm:prSet/>
      <dgm:spPr/>
      <dgm:t>
        <a:bodyPr/>
        <a:lstStyle/>
        <a:p>
          <a:r>
            <a:rPr lang="en-US" dirty="0"/>
            <a:t>AI </a:t>
          </a:r>
          <a:r>
            <a:rPr lang="ko-KR" dirty="0"/>
            <a:t>제안 문장 → 즉시 적용</a:t>
          </a:r>
          <a:endParaRPr lang="en-US" dirty="0"/>
        </a:p>
      </dgm:t>
    </dgm:pt>
    <dgm:pt modelId="{9105592D-F2A9-4087-8723-313DE2B5FBAB}" type="parTrans" cxnId="{847B35CF-CD51-4321-884C-11E87491098E}">
      <dgm:prSet/>
      <dgm:spPr/>
      <dgm:t>
        <a:bodyPr/>
        <a:lstStyle/>
        <a:p>
          <a:endParaRPr lang="en-US"/>
        </a:p>
      </dgm:t>
    </dgm:pt>
    <dgm:pt modelId="{BB1E434A-F061-4C72-BE9C-E49C833CEC69}" type="sibTrans" cxnId="{847B35CF-CD51-4321-884C-11E87491098E}">
      <dgm:prSet/>
      <dgm:spPr/>
      <dgm:t>
        <a:bodyPr/>
        <a:lstStyle/>
        <a:p>
          <a:endParaRPr lang="en-US"/>
        </a:p>
      </dgm:t>
    </dgm:pt>
    <dgm:pt modelId="{22815BA4-B6C0-475D-9CBF-13E6639D0E8F}" type="pres">
      <dgm:prSet presAssocID="{66BA8803-7905-45F1-A696-73B836E4547D}" presName="Name0" presStyleCnt="0">
        <dgm:presLayoutVars>
          <dgm:dir/>
          <dgm:resizeHandles val="exact"/>
        </dgm:presLayoutVars>
      </dgm:prSet>
      <dgm:spPr/>
    </dgm:pt>
    <dgm:pt modelId="{D71D3995-6CD1-46A6-8001-AD223AB8C2B6}" type="pres">
      <dgm:prSet presAssocID="{9F10B002-AC30-4D94-A4DE-E0304510C06D}" presName="composite" presStyleCnt="0"/>
      <dgm:spPr/>
    </dgm:pt>
    <dgm:pt modelId="{BFEE27A0-5AE8-4705-ABF0-B82561010926}" type="pres">
      <dgm:prSet presAssocID="{9F10B002-AC30-4D94-A4DE-E0304510C06D}" presName="bgChev" presStyleLbl="node1" presStyleIdx="0" presStyleCnt="4"/>
      <dgm:spPr/>
    </dgm:pt>
    <dgm:pt modelId="{C600BB41-2DE6-4CB2-B981-D276D0888575}" type="pres">
      <dgm:prSet presAssocID="{9F10B002-AC30-4D94-A4DE-E0304510C06D}" presName="txNode" presStyleLbl="fgAcc1" presStyleIdx="0" presStyleCnt="4">
        <dgm:presLayoutVars>
          <dgm:bulletEnabled val="1"/>
        </dgm:presLayoutVars>
      </dgm:prSet>
      <dgm:spPr/>
    </dgm:pt>
    <dgm:pt modelId="{A5AB0C68-21A3-4C71-A07C-C21C8767AC25}" type="pres">
      <dgm:prSet presAssocID="{7BB13558-5EE4-43BE-B427-AF2F4BF34268}" presName="compositeSpace" presStyleCnt="0"/>
      <dgm:spPr/>
    </dgm:pt>
    <dgm:pt modelId="{25774E36-4D46-4B87-B19E-3BB697475CB6}" type="pres">
      <dgm:prSet presAssocID="{01C661BB-5202-4CA4-A1BC-AEA41028CCE9}" presName="composite" presStyleCnt="0"/>
      <dgm:spPr/>
    </dgm:pt>
    <dgm:pt modelId="{E6031B95-BB74-4D04-9805-17C66C22B2A3}" type="pres">
      <dgm:prSet presAssocID="{01C661BB-5202-4CA4-A1BC-AEA41028CCE9}" presName="bgChev" presStyleLbl="node1" presStyleIdx="1" presStyleCnt="4"/>
      <dgm:spPr/>
    </dgm:pt>
    <dgm:pt modelId="{8E07E5D5-1533-4781-A2F7-A026A727E456}" type="pres">
      <dgm:prSet presAssocID="{01C661BB-5202-4CA4-A1BC-AEA41028CCE9}" presName="txNode" presStyleLbl="fgAcc1" presStyleIdx="1" presStyleCnt="4">
        <dgm:presLayoutVars>
          <dgm:bulletEnabled val="1"/>
        </dgm:presLayoutVars>
      </dgm:prSet>
      <dgm:spPr/>
    </dgm:pt>
    <dgm:pt modelId="{1A190E34-EE6E-4C48-92AC-274DAC4798D7}" type="pres">
      <dgm:prSet presAssocID="{8F128DD9-DFFF-422E-9189-E4E2A8812995}" presName="compositeSpace" presStyleCnt="0"/>
      <dgm:spPr/>
    </dgm:pt>
    <dgm:pt modelId="{850D030C-2D30-4B2B-BE10-7CF113D6FEDA}" type="pres">
      <dgm:prSet presAssocID="{6B1CC9E2-06C6-445C-8162-EFDD227C3CB4}" presName="composite" presStyleCnt="0"/>
      <dgm:spPr/>
    </dgm:pt>
    <dgm:pt modelId="{A9965866-65C1-476E-B2CA-04C2E07B6871}" type="pres">
      <dgm:prSet presAssocID="{6B1CC9E2-06C6-445C-8162-EFDD227C3CB4}" presName="bgChev" presStyleLbl="node1" presStyleIdx="2" presStyleCnt="4"/>
      <dgm:spPr/>
    </dgm:pt>
    <dgm:pt modelId="{D7AD0403-5E3A-4DF7-9AF9-1DC1F0DE1D75}" type="pres">
      <dgm:prSet presAssocID="{6B1CC9E2-06C6-445C-8162-EFDD227C3CB4}" presName="txNode" presStyleLbl="fgAcc1" presStyleIdx="2" presStyleCnt="4">
        <dgm:presLayoutVars>
          <dgm:bulletEnabled val="1"/>
        </dgm:presLayoutVars>
      </dgm:prSet>
      <dgm:spPr/>
    </dgm:pt>
    <dgm:pt modelId="{175278D0-C5BC-4282-96C6-432F0ACECA44}" type="pres">
      <dgm:prSet presAssocID="{CB963E40-88CB-486E-8793-721EF41BF0D6}" presName="compositeSpace" presStyleCnt="0"/>
      <dgm:spPr/>
    </dgm:pt>
    <dgm:pt modelId="{E3433B01-DB5A-466C-A883-4B729BC6764F}" type="pres">
      <dgm:prSet presAssocID="{1048A259-6A0F-483E-A0E9-FC078C5C556E}" presName="composite" presStyleCnt="0"/>
      <dgm:spPr/>
    </dgm:pt>
    <dgm:pt modelId="{F38E2B5C-84CC-4D17-B61D-5D4C9CA25591}" type="pres">
      <dgm:prSet presAssocID="{1048A259-6A0F-483E-A0E9-FC078C5C556E}" presName="bgChev" presStyleLbl="node1" presStyleIdx="3" presStyleCnt="4"/>
      <dgm:spPr/>
    </dgm:pt>
    <dgm:pt modelId="{C5919EB8-3A8A-4B89-8C79-7492EE06F691}" type="pres">
      <dgm:prSet presAssocID="{1048A259-6A0F-483E-A0E9-FC078C5C556E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DD8C4A03-7E06-44E5-ACB0-909C6B86B9FE}" type="presOf" srcId="{1048A259-6A0F-483E-A0E9-FC078C5C556E}" destId="{C5919EB8-3A8A-4B89-8C79-7492EE06F691}" srcOrd="0" destOrd="0" presId="urn:microsoft.com/office/officeart/2005/8/layout/chevronAccent+Icon"/>
    <dgm:cxn modelId="{D942A715-E585-4902-A73F-5D0508E6CA14}" srcId="{66BA8803-7905-45F1-A696-73B836E4547D}" destId="{6B1CC9E2-06C6-445C-8162-EFDD227C3CB4}" srcOrd="2" destOrd="0" parTransId="{1ACC9344-9931-4A61-87C8-9DE6A5A75D33}" sibTransId="{CB963E40-88CB-486E-8793-721EF41BF0D6}"/>
    <dgm:cxn modelId="{9702DC17-9439-4BC8-99DB-57D300319C44}" type="presOf" srcId="{01C661BB-5202-4CA4-A1BC-AEA41028CCE9}" destId="{8E07E5D5-1533-4781-A2F7-A026A727E456}" srcOrd="0" destOrd="0" presId="urn:microsoft.com/office/officeart/2005/8/layout/chevronAccent+Icon"/>
    <dgm:cxn modelId="{69175C29-D9BC-4CC9-84FE-1B1FDE73B35C}" srcId="{66BA8803-7905-45F1-A696-73B836E4547D}" destId="{01C661BB-5202-4CA4-A1BC-AEA41028CCE9}" srcOrd="1" destOrd="0" parTransId="{1CEA35C3-A806-45FC-9C2F-0552D65B0061}" sibTransId="{8F128DD9-DFFF-422E-9189-E4E2A8812995}"/>
    <dgm:cxn modelId="{40F9755F-6503-469C-8AA0-91861D63B4D9}" type="presOf" srcId="{6B1CC9E2-06C6-445C-8162-EFDD227C3CB4}" destId="{D7AD0403-5E3A-4DF7-9AF9-1DC1F0DE1D75}" srcOrd="0" destOrd="0" presId="urn:microsoft.com/office/officeart/2005/8/layout/chevronAccent+Icon"/>
    <dgm:cxn modelId="{BAC33346-912F-4110-AAF3-FAC246D3C66E}" type="presOf" srcId="{9F10B002-AC30-4D94-A4DE-E0304510C06D}" destId="{C600BB41-2DE6-4CB2-B981-D276D0888575}" srcOrd="0" destOrd="0" presId="urn:microsoft.com/office/officeart/2005/8/layout/chevronAccent+Icon"/>
    <dgm:cxn modelId="{776AAA8A-53E0-474F-8715-5896D249859E}" type="presOf" srcId="{66BA8803-7905-45F1-A696-73B836E4547D}" destId="{22815BA4-B6C0-475D-9CBF-13E6639D0E8F}" srcOrd="0" destOrd="0" presId="urn:microsoft.com/office/officeart/2005/8/layout/chevronAccent+Icon"/>
    <dgm:cxn modelId="{847B35CF-CD51-4321-884C-11E87491098E}" srcId="{66BA8803-7905-45F1-A696-73B836E4547D}" destId="{1048A259-6A0F-483E-A0E9-FC078C5C556E}" srcOrd="3" destOrd="0" parTransId="{9105592D-F2A9-4087-8723-313DE2B5FBAB}" sibTransId="{BB1E434A-F061-4C72-BE9C-E49C833CEC69}"/>
    <dgm:cxn modelId="{3C901CFF-03FF-4A54-8FCE-2803F61ACD8B}" srcId="{66BA8803-7905-45F1-A696-73B836E4547D}" destId="{9F10B002-AC30-4D94-A4DE-E0304510C06D}" srcOrd="0" destOrd="0" parTransId="{4A66E3A1-46E8-4B90-B070-85A42865ABE8}" sibTransId="{7BB13558-5EE4-43BE-B427-AF2F4BF34268}"/>
    <dgm:cxn modelId="{A8336269-7FAD-4CAC-A0C2-0CC7793B2DBD}" type="presParOf" srcId="{22815BA4-B6C0-475D-9CBF-13E6639D0E8F}" destId="{D71D3995-6CD1-46A6-8001-AD223AB8C2B6}" srcOrd="0" destOrd="0" presId="urn:microsoft.com/office/officeart/2005/8/layout/chevronAccent+Icon"/>
    <dgm:cxn modelId="{2D0341B8-5654-43F0-9AED-A747DA71E7DF}" type="presParOf" srcId="{D71D3995-6CD1-46A6-8001-AD223AB8C2B6}" destId="{BFEE27A0-5AE8-4705-ABF0-B82561010926}" srcOrd="0" destOrd="0" presId="urn:microsoft.com/office/officeart/2005/8/layout/chevronAccent+Icon"/>
    <dgm:cxn modelId="{DACD73D9-8209-4F69-A5FA-D2BC9E0D1D8E}" type="presParOf" srcId="{D71D3995-6CD1-46A6-8001-AD223AB8C2B6}" destId="{C600BB41-2DE6-4CB2-B981-D276D0888575}" srcOrd="1" destOrd="0" presId="urn:microsoft.com/office/officeart/2005/8/layout/chevronAccent+Icon"/>
    <dgm:cxn modelId="{CBE6DFE0-4987-4A27-AC57-2A9EBCDD99ED}" type="presParOf" srcId="{22815BA4-B6C0-475D-9CBF-13E6639D0E8F}" destId="{A5AB0C68-21A3-4C71-A07C-C21C8767AC25}" srcOrd="1" destOrd="0" presId="urn:microsoft.com/office/officeart/2005/8/layout/chevronAccent+Icon"/>
    <dgm:cxn modelId="{96D662F5-1231-49BC-A477-3A0F40ECFA5E}" type="presParOf" srcId="{22815BA4-B6C0-475D-9CBF-13E6639D0E8F}" destId="{25774E36-4D46-4B87-B19E-3BB697475CB6}" srcOrd="2" destOrd="0" presId="urn:microsoft.com/office/officeart/2005/8/layout/chevronAccent+Icon"/>
    <dgm:cxn modelId="{50CBD6D1-A035-40C8-A463-803B8D4FA3C2}" type="presParOf" srcId="{25774E36-4D46-4B87-B19E-3BB697475CB6}" destId="{E6031B95-BB74-4D04-9805-17C66C22B2A3}" srcOrd="0" destOrd="0" presId="urn:microsoft.com/office/officeart/2005/8/layout/chevronAccent+Icon"/>
    <dgm:cxn modelId="{415534AA-E926-47F5-8D76-4B055A48DEAA}" type="presParOf" srcId="{25774E36-4D46-4B87-B19E-3BB697475CB6}" destId="{8E07E5D5-1533-4781-A2F7-A026A727E456}" srcOrd="1" destOrd="0" presId="urn:microsoft.com/office/officeart/2005/8/layout/chevronAccent+Icon"/>
    <dgm:cxn modelId="{AE99BEC9-FA4C-4789-AF68-53113658B835}" type="presParOf" srcId="{22815BA4-B6C0-475D-9CBF-13E6639D0E8F}" destId="{1A190E34-EE6E-4C48-92AC-274DAC4798D7}" srcOrd="3" destOrd="0" presId="urn:microsoft.com/office/officeart/2005/8/layout/chevronAccent+Icon"/>
    <dgm:cxn modelId="{916467F6-A890-476A-AF6A-B03521A88ACE}" type="presParOf" srcId="{22815BA4-B6C0-475D-9CBF-13E6639D0E8F}" destId="{850D030C-2D30-4B2B-BE10-7CF113D6FEDA}" srcOrd="4" destOrd="0" presId="urn:microsoft.com/office/officeart/2005/8/layout/chevronAccent+Icon"/>
    <dgm:cxn modelId="{2DF12FB0-9F84-437A-A952-8761385F7B41}" type="presParOf" srcId="{850D030C-2D30-4B2B-BE10-7CF113D6FEDA}" destId="{A9965866-65C1-476E-B2CA-04C2E07B6871}" srcOrd="0" destOrd="0" presId="urn:microsoft.com/office/officeart/2005/8/layout/chevronAccent+Icon"/>
    <dgm:cxn modelId="{6C828969-288B-4FCF-8AA3-E4A581CED41D}" type="presParOf" srcId="{850D030C-2D30-4B2B-BE10-7CF113D6FEDA}" destId="{D7AD0403-5E3A-4DF7-9AF9-1DC1F0DE1D75}" srcOrd="1" destOrd="0" presId="urn:microsoft.com/office/officeart/2005/8/layout/chevronAccent+Icon"/>
    <dgm:cxn modelId="{58369AEA-B791-4BB8-AF8F-4CBF59675302}" type="presParOf" srcId="{22815BA4-B6C0-475D-9CBF-13E6639D0E8F}" destId="{175278D0-C5BC-4282-96C6-432F0ACECA44}" srcOrd="5" destOrd="0" presId="urn:microsoft.com/office/officeart/2005/8/layout/chevronAccent+Icon"/>
    <dgm:cxn modelId="{68AE08C3-6353-4E88-B70B-74CED3856BC6}" type="presParOf" srcId="{22815BA4-B6C0-475D-9CBF-13E6639D0E8F}" destId="{E3433B01-DB5A-466C-A883-4B729BC6764F}" srcOrd="6" destOrd="0" presId="urn:microsoft.com/office/officeart/2005/8/layout/chevronAccent+Icon"/>
    <dgm:cxn modelId="{13822BE0-A81D-494E-BDE5-FDA0F31D61BB}" type="presParOf" srcId="{E3433B01-DB5A-466C-A883-4B729BC6764F}" destId="{F38E2B5C-84CC-4D17-B61D-5D4C9CA25591}" srcOrd="0" destOrd="0" presId="urn:microsoft.com/office/officeart/2005/8/layout/chevronAccent+Icon"/>
    <dgm:cxn modelId="{F5CC0468-3F74-4BDD-83AC-C5A317A9342A}" type="presParOf" srcId="{E3433B01-DB5A-466C-A883-4B729BC6764F}" destId="{C5919EB8-3A8A-4B89-8C79-7492EE06F691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6AC5E78-C988-420B-B223-089F6FC9BED4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9A4696-8E18-4C6B-82F4-25947553EAE5}">
      <dgm:prSet/>
      <dgm:spPr/>
      <dgm:t>
        <a:bodyPr/>
        <a:lstStyle/>
        <a:p>
          <a:r>
            <a:rPr lang="en-US"/>
            <a:t>ChatGPT &amp; Goover</a:t>
          </a:r>
          <a:r>
            <a:rPr lang="ko-KR"/>
            <a:t>로 초안 작성</a:t>
          </a:r>
          <a:endParaRPr lang="en-US"/>
        </a:p>
      </dgm:t>
    </dgm:pt>
    <dgm:pt modelId="{40800B47-380C-43C8-BA86-150C2DD040EE}" type="parTrans" cxnId="{2F32C1BB-3F7E-4F54-BEC5-A8B439F1CE28}">
      <dgm:prSet/>
      <dgm:spPr/>
      <dgm:t>
        <a:bodyPr/>
        <a:lstStyle/>
        <a:p>
          <a:endParaRPr lang="en-US"/>
        </a:p>
      </dgm:t>
    </dgm:pt>
    <dgm:pt modelId="{1C6D8EC6-4CEA-4293-813C-4BDC33677F95}" type="sibTrans" cxnId="{2F32C1BB-3F7E-4F54-BEC5-A8B439F1CE28}">
      <dgm:prSet/>
      <dgm:spPr/>
      <dgm:t>
        <a:bodyPr/>
        <a:lstStyle/>
        <a:p>
          <a:endParaRPr lang="en-US"/>
        </a:p>
      </dgm:t>
    </dgm:pt>
    <dgm:pt modelId="{47A4F399-60C8-48B1-9C64-DA3C8E006C16}">
      <dgm:prSet/>
      <dgm:spPr/>
      <dgm:t>
        <a:bodyPr/>
        <a:lstStyle/>
        <a:p>
          <a:r>
            <a:rPr lang="en-US"/>
            <a:t>Napkin</a:t>
          </a:r>
          <a:r>
            <a:rPr lang="ko-KR"/>
            <a:t>에 핵심 개념 입력 및 구조화</a:t>
          </a:r>
          <a:endParaRPr lang="en-US"/>
        </a:p>
      </dgm:t>
    </dgm:pt>
    <dgm:pt modelId="{2AD069AC-383C-4ADC-A048-F402C6F7EDA3}" type="parTrans" cxnId="{E26271BA-A18E-4A1F-9AF9-FC52F9B73B2B}">
      <dgm:prSet/>
      <dgm:spPr/>
      <dgm:t>
        <a:bodyPr/>
        <a:lstStyle/>
        <a:p>
          <a:endParaRPr lang="en-US"/>
        </a:p>
      </dgm:t>
    </dgm:pt>
    <dgm:pt modelId="{4C777BD3-7D04-4155-80EB-0D9C91C64A8F}" type="sibTrans" cxnId="{E26271BA-A18E-4A1F-9AF9-FC52F9B73B2B}">
      <dgm:prSet/>
      <dgm:spPr/>
      <dgm:t>
        <a:bodyPr/>
        <a:lstStyle/>
        <a:p>
          <a:endParaRPr lang="en-US"/>
        </a:p>
      </dgm:t>
    </dgm:pt>
    <dgm:pt modelId="{E81A5BB4-D624-4730-BA56-0E9521D2784D}">
      <dgm:prSet/>
      <dgm:spPr/>
      <dgm:t>
        <a:bodyPr/>
        <a:lstStyle/>
        <a:p>
          <a:r>
            <a:rPr lang="en-US" dirty="0"/>
            <a:t>PDF/PNG</a:t>
          </a:r>
          <a:r>
            <a:rPr lang="ko-KR" dirty="0"/>
            <a:t>로 내보내어 보고서에 삽입</a:t>
          </a:r>
          <a:endParaRPr lang="en-US" dirty="0"/>
        </a:p>
      </dgm:t>
    </dgm:pt>
    <dgm:pt modelId="{F08BEE26-2C44-47E1-A40A-8606B6C5F3EE}" type="parTrans" cxnId="{3722D55B-B3E1-420D-B3FB-9C0416A6195C}">
      <dgm:prSet/>
      <dgm:spPr/>
      <dgm:t>
        <a:bodyPr/>
        <a:lstStyle/>
        <a:p>
          <a:endParaRPr lang="en-US"/>
        </a:p>
      </dgm:t>
    </dgm:pt>
    <dgm:pt modelId="{D49BD744-C532-43C1-A8EA-CFBB30AA3783}" type="sibTrans" cxnId="{3722D55B-B3E1-420D-B3FB-9C0416A6195C}">
      <dgm:prSet/>
      <dgm:spPr/>
      <dgm:t>
        <a:bodyPr/>
        <a:lstStyle/>
        <a:p>
          <a:endParaRPr lang="en-US"/>
        </a:p>
      </dgm:t>
    </dgm:pt>
    <dgm:pt modelId="{06725AC9-EEC3-4D53-8B81-D0227E719F4E}" type="pres">
      <dgm:prSet presAssocID="{26AC5E78-C988-420B-B223-089F6FC9BED4}" presName="Name0" presStyleCnt="0">
        <dgm:presLayoutVars>
          <dgm:dir/>
          <dgm:resizeHandles val="exact"/>
        </dgm:presLayoutVars>
      </dgm:prSet>
      <dgm:spPr/>
    </dgm:pt>
    <dgm:pt modelId="{EDD7217E-7397-4261-B93A-5FB3D27EA1B1}" type="pres">
      <dgm:prSet presAssocID="{5C9A4696-8E18-4C6B-82F4-25947553EAE5}" presName="node" presStyleLbl="node1" presStyleIdx="0" presStyleCnt="3" custLinFactNeighborX="-836">
        <dgm:presLayoutVars>
          <dgm:bulletEnabled val="1"/>
        </dgm:presLayoutVars>
      </dgm:prSet>
      <dgm:spPr/>
    </dgm:pt>
    <dgm:pt modelId="{212B2464-4477-4AC6-BDA1-6EA9CAC6DF93}" type="pres">
      <dgm:prSet presAssocID="{1C6D8EC6-4CEA-4293-813C-4BDC33677F95}" presName="sibTrans" presStyleLbl="sibTrans2D1" presStyleIdx="0" presStyleCnt="2"/>
      <dgm:spPr/>
    </dgm:pt>
    <dgm:pt modelId="{F588DAA2-CE7C-44A5-9A0D-2BAD6ED99F83}" type="pres">
      <dgm:prSet presAssocID="{1C6D8EC6-4CEA-4293-813C-4BDC33677F95}" presName="connectorText" presStyleLbl="sibTrans2D1" presStyleIdx="0" presStyleCnt="2"/>
      <dgm:spPr/>
    </dgm:pt>
    <dgm:pt modelId="{1197D601-5C37-4F97-987E-075A7DCD933E}" type="pres">
      <dgm:prSet presAssocID="{47A4F399-60C8-48B1-9C64-DA3C8E006C16}" presName="node" presStyleLbl="node1" presStyleIdx="1" presStyleCnt="3">
        <dgm:presLayoutVars>
          <dgm:bulletEnabled val="1"/>
        </dgm:presLayoutVars>
      </dgm:prSet>
      <dgm:spPr/>
    </dgm:pt>
    <dgm:pt modelId="{858918C6-FCCA-4E2E-BA7B-6A8409C84FB9}" type="pres">
      <dgm:prSet presAssocID="{4C777BD3-7D04-4155-80EB-0D9C91C64A8F}" presName="sibTrans" presStyleLbl="sibTrans2D1" presStyleIdx="1" presStyleCnt="2"/>
      <dgm:spPr/>
    </dgm:pt>
    <dgm:pt modelId="{3851E6FA-385D-473C-B941-0FE45851BB1C}" type="pres">
      <dgm:prSet presAssocID="{4C777BD3-7D04-4155-80EB-0D9C91C64A8F}" presName="connectorText" presStyleLbl="sibTrans2D1" presStyleIdx="1" presStyleCnt="2"/>
      <dgm:spPr/>
    </dgm:pt>
    <dgm:pt modelId="{41823CE2-B5D4-425A-A7C7-19A4E0133E01}" type="pres">
      <dgm:prSet presAssocID="{E81A5BB4-D624-4730-BA56-0E9521D2784D}" presName="node" presStyleLbl="node1" presStyleIdx="2" presStyleCnt="3">
        <dgm:presLayoutVars>
          <dgm:bulletEnabled val="1"/>
        </dgm:presLayoutVars>
      </dgm:prSet>
      <dgm:spPr/>
    </dgm:pt>
  </dgm:ptLst>
  <dgm:cxnLst>
    <dgm:cxn modelId="{4AC0CC11-4B7D-4747-A85F-83222A87F84B}" type="presOf" srcId="{4C777BD3-7D04-4155-80EB-0D9C91C64A8F}" destId="{3851E6FA-385D-473C-B941-0FE45851BB1C}" srcOrd="1" destOrd="0" presId="urn:microsoft.com/office/officeart/2005/8/layout/process1"/>
    <dgm:cxn modelId="{16F4E430-3235-4740-ACD9-09FBD9B06B1D}" type="presOf" srcId="{1C6D8EC6-4CEA-4293-813C-4BDC33677F95}" destId="{212B2464-4477-4AC6-BDA1-6EA9CAC6DF93}" srcOrd="0" destOrd="0" presId="urn:microsoft.com/office/officeart/2005/8/layout/process1"/>
    <dgm:cxn modelId="{A6DAE639-7EC0-42E3-805C-AEFF285E21D6}" type="presOf" srcId="{5C9A4696-8E18-4C6B-82F4-25947553EAE5}" destId="{EDD7217E-7397-4261-B93A-5FB3D27EA1B1}" srcOrd="0" destOrd="0" presId="urn:microsoft.com/office/officeart/2005/8/layout/process1"/>
    <dgm:cxn modelId="{B9BBEE3A-8333-4F9C-B5A8-D0499ABD18E7}" type="presOf" srcId="{47A4F399-60C8-48B1-9C64-DA3C8E006C16}" destId="{1197D601-5C37-4F97-987E-075A7DCD933E}" srcOrd="0" destOrd="0" presId="urn:microsoft.com/office/officeart/2005/8/layout/process1"/>
    <dgm:cxn modelId="{3722D55B-B3E1-420D-B3FB-9C0416A6195C}" srcId="{26AC5E78-C988-420B-B223-089F6FC9BED4}" destId="{E81A5BB4-D624-4730-BA56-0E9521D2784D}" srcOrd="2" destOrd="0" parTransId="{F08BEE26-2C44-47E1-A40A-8606B6C5F3EE}" sibTransId="{D49BD744-C532-43C1-A8EA-CFBB30AA3783}"/>
    <dgm:cxn modelId="{C4BBCA6B-34D1-4B48-A29C-541AE66D90CE}" type="presOf" srcId="{4C777BD3-7D04-4155-80EB-0D9C91C64A8F}" destId="{858918C6-FCCA-4E2E-BA7B-6A8409C84FB9}" srcOrd="0" destOrd="0" presId="urn:microsoft.com/office/officeart/2005/8/layout/process1"/>
    <dgm:cxn modelId="{E005CE7C-FCC6-4CB5-ABA5-7C766B2F4BA1}" type="presOf" srcId="{E81A5BB4-D624-4730-BA56-0E9521D2784D}" destId="{41823CE2-B5D4-425A-A7C7-19A4E0133E01}" srcOrd="0" destOrd="0" presId="urn:microsoft.com/office/officeart/2005/8/layout/process1"/>
    <dgm:cxn modelId="{06585D8B-A1C8-4035-8D92-96C4FD69BF6E}" type="presOf" srcId="{1C6D8EC6-4CEA-4293-813C-4BDC33677F95}" destId="{F588DAA2-CE7C-44A5-9A0D-2BAD6ED99F83}" srcOrd="1" destOrd="0" presId="urn:microsoft.com/office/officeart/2005/8/layout/process1"/>
    <dgm:cxn modelId="{E26271BA-A18E-4A1F-9AF9-FC52F9B73B2B}" srcId="{26AC5E78-C988-420B-B223-089F6FC9BED4}" destId="{47A4F399-60C8-48B1-9C64-DA3C8E006C16}" srcOrd="1" destOrd="0" parTransId="{2AD069AC-383C-4ADC-A048-F402C6F7EDA3}" sibTransId="{4C777BD3-7D04-4155-80EB-0D9C91C64A8F}"/>
    <dgm:cxn modelId="{2F32C1BB-3F7E-4F54-BEC5-A8B439F1CE28}" srcId="{26AC5E78-C988-420B-B223-089F6FC9BED4}" destId="{5C9A4696-8E18-4C6B-82F4-25947553EAE5}" srcOrd="0" destOrd="0" parTransId="{40800B47-380C-43C8-BA86-150C2DD040EE}" sibTransId="{1C6D8EC6-4CEA-4293-813C-4BDC33677F95}"/>
    <dgm:cxn modelId="{2575F8FA-B59D-4267-B5FC-D3EC2D6CDD76}" type="presOf" srcId="{26AC5E78-C988-420B-B223-089F6FC9BED4}" destId="{06725AC9-EEC3-4D53-8B81-D0227E719F4E}" srcOrd="0" destOrd="0" presId="urn:microsoft.com/office/officeart/2005/8/layout/process1"/>
    <dgm:cxn modelId="{2DA04BAD-9DF7-4E00-BB1D-1E826071C52A}" type="presParOf" srcId="{06725AC9-EEC3-4D53-8B81-D0227E719F4E}" destId="{EDD7217E-7397-4261-B93A-5FB3D27EA1B1}" srcOrd="0" destOrd="0" presId="urn:microsoft.com/office/officeart/2005/8/layout/process1"/>
    <dgm:cxn modelId="{30E7D610-06F8-4F00-846B-791F2AFB7E45}" type="presParOf" srcId="{06725AC9-EEC3-4D53-8B81-D0227E719F4E}" destId="{212B2464-4477-4AC6-BDA1-6EA9CAC6DF93}" srcOrd="1" destOrd="0" presId="urn:microsoft.com/office/officeart/2005/8/layout/process1"/>
    <dgm:cxn modelId="{4B16EDF2-50ED-464C-A612-43110BA487E7}" type="presParOf" srcId="{212B2464-4477-4AC6-BDA1-6EA9CAC6DF93}" destId="{F588DAA2-CE7C-44A5-9A0D-2BAD6ED99F83}" srcOrd="0" destOrd="0" presId="urn:microsoft.com/office/officeart/2005/8/layout/process1"/>
    <dgm:cxn modelId="{8102F7C3-0EEB-4B7E-954F-A8278E35BBE1}" type="presParOf" srcId="{06725AC9-EEC3-4D53-8B81-D0227E719F4E}" destId="{1197D601-5C37-4F97-987E-075A7DCD933E}" srcOrd="2" destOrd="0" presId="urn:microsoft.com/office/officeart/2005/8/layout/process1"/>
    <dgm:cxn modelId="{0D7518C3-6A71-465C-AE6F-5DC11D69457A}" type="presParOf" srcId="{06725AC9-EEC3-4D53-8B81-D0227E719F4E}" destId="{858918C6-FCCA-4E2E-BA7B-6A8409C84FB9}" srcOrd="3" destOrd="0" presId="urn:microsoft.com/office/officeart/2005/8/layout/process1"/>
    <dgm:cxn modelId="{7C645C0E-A56D-4019-AA4D-2F292C62A42B}" type="presParOf" srcId="{858918C6-FCCA-4E2E-BA7B-6A8409C84FB9}" destId="{3851E6FA-385D-473C-B941-0FE45851BB1C}" srcOrd="0" destOrd="0" presId="urn:microsoft.com/office/officeart/2005/8/layout/process1"/>
    <dgm:cxn modelId="{777679D7-62C9-426C-99BD-3E03BF2F9874}" type="presParOf" srcId="{06725AC9-EEC3-4D53-8B81-D0227E719F4E}" destId="{41823CE2-B5D4-425A-A7C7-19A4E0133E0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42DBA6E-7914-46E3-BBA7-DBFD00205139}" type="doc">
      <dgm:prSet loTypeId="urn:microsoft.com/office/officeart/2011/layout/Circle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E56BB4-97F9-4FB7-A58F-220282FE3B82}">
      <dgm:prSet/>
      <dgm:spPr/>
      <dgm:t>
        <a:bodyPr/>
        <a:lstStyle/>
        <a:p>
          <a:r>
            <a:rPr lang="ko-KR" dirty="0"/>
            <a:t>이메일 수신</a:t>
          </a:r>
          <a:endParaRPr lang="en-US" dirty="0"/>
        </a:p>
      </dgm:t>
    </dgm:pt>
    <dgm:pt modelId="{BCA65E20-4544-45D5-8EAB-D61A3EEFC95F}" type="parTrans" cxnId="{E9E9806F-43EE-4278-A102-02C045211004}">
      <dgm:prSet/>
      <dgm:spPr/>
      <dgm:t>
        <a:bodyPr/>
        <a:lstStyle/>
        <a:p>
          <a:endParaRPr lang="en-US"/>
        </a:p>
      </dgm:t>
    </dgm:pt>
    <dgm:pt modelId="{608F6CFA-5958-45E7-B711-E59D079D2DEA}" type="sibTrans" cxnId="{E9E9806F-43EE-4278-A102-02C045211004}">
      <dgm:prSet/>
      <dgm:spPr/>
      <dgm:t>
        <a:bodyPr/>
        <a:lstStyle/>
        <a:p>
          <a:endParaRPr lang="en-US"/>
        </a:p>
      </dgm:t>
    </dgm:pt>
    <dgm:pt modelId="{2AACC376-5ED9-4393-A87E-7D02F28942C5}">
      <dgm:prSet/>
      <dgm:spPr/>
      <dgm:t>
        <a:bodyPr/>
        <a:lstStyle/>
        <a:p>
          <a:r>
            <a:rPr lang="en-US" dirty="0"/>
            <a:t>AI by Zapier</a:t>
          </a:r>
        </a:p>
      </dgm:t>
    </dgm:pt>
    <dgm:pt modelId="{161C1E53-5898-4D54-AEED-3A8EBBD368FE}" type="parTrans" cxnId="{208DEDA9-2E0E-4EF9-89C6-E6F6E3A1B1A5}">
      <dgm:prSet/>
      <dgm:spPr/>
      <dgm:t>
        <a:bodyPr/>
        <a:lstStyle/>
        <a:p>
          <a:endParaRPr lang="en-US"/>
        </a:p>
      </dgm:t>
    </dgm:pt>
    <dgm:pt modelId="{9F9550B6-DB30-4102-B5ED-5C4EC344C0B5}" type="sibTrans" cxnId="{208DEDA9-2E0E-4EF9-89C6-E6F6E3A1B1A5}">
      <dgm:prSet/>
      <dgm:spPr/>
      <dgm:t>
        <a:bodyPr/>
        <a:lstStyle/>
        <a:p>
          <a:endParaRPr lang="en-US"/>
        </a:p>
      </dgm:t>
    </dgm:pt>
    <dgm:pt modelId="{7E810E57-2D10-47D1-8549-AC2CB5B26BAE}">
      <dgm:prSet/>
      <dgm:spPr/>
      <dgm:t>
        <a:bodyPr/>
        <a:lstStyle/>
        <a:p>
          <a:r>
            <a:rPr lang="ko-KR" dirty="0"/>
            <a:t>자동 답변 초안 작성</a:t>
          </a:r>
          <a:endParaRPr lang="en-US" dirty="0"/>
        </a:p>
      </dgm:t>
    </dgm:pt>
    <dgm:pt modelId="{FC390016-30E4-4C5F-AA7E-E4179567F61A}" type="parTrans" cxnId="{4E9295B2-22C5-4598-BD19-599C8CA45A7B}">
      <dgm:prSet/>
      <dgm:spPr/>
      <dgm:t>
        <a:bodyPr/>
        <a:lstStyle/>
        <a:p>
          <a:endParaRPr lang="en-US"/>
        </a:p>
      </dgm:t>
    </dgm:pt>
    <dgm:pt modelId="{473E138E-0B26-48D4-86E7-A87D006E8FB6}" type="sibTrans" cxnId="{4E9295B2-22C5-4598-BD19-599C8CA45A7B}">
      <dgm:prSet/>
      <dgm:spPr/>
      <dgm:t>
        <a:bodyPr/>
        <a:lstStyle/>
        <a:p>
          <a:endParaRPr lang="en-US"/>
        </a:p>
      </dgm:t>
    </dgm:pt>
    <dgm:pt modelId="{E1D2866E-763E-4BB9-9E59-F8EBBC75672E}">
      <dgm:prSet/>
      <dgm:spPr/>
      <dgm:t>
        <a:bodyPr/>
        <a:lstStyle/>
        <a:p>
          <a:r>
            <a:rPr lang="ko-KR"/>
            <a:t>검토</a:t>
          </a:r>
          <a:endParaRPr lang="en-US"/>
        </a:p>
      </dgm:t>
    </dgm:pt>
    <dgm:pt modelId="{D7407AA8-7BE2-4D95-851C-EE5293D20632}" type="parTrans" cxnId="{4E50086D-95E6-41F6-91A5-689E56AD9B3F}">
      <dgm:prSet/>
      <dgm:spPr/>
      <dgm:t>
        <a:bodyPr/>
        <a:lstStyle/>
        <a:p>
          <a:endParaRPr lang="en-US"/>
        </a:p>
      </dgm:t>
    </dgm:pt>
    <dgm:pt modelId="{2B084ED1-842E-4D25-B4C7-84903F05BF31}" type="sibTrans" cxnId="{4E50086D-95E6-41F6-91A5-689E56AD9B3F}">
      <dgm:prSet/>
      <dgm:spPr/>
      <dgm:t>
        <a:bodyPr/>
        <a:lstStyle/>
        <a:p>
          <a:endParaRPr lang="en-US"/>
        </a:p>
      </dgm:t>
    </dgm:pt>
    <dgm:pt modelId="{6CF3993C-EE8C-437F-8D84-7627DED5C336}">
      <dgm:prSet/>
      <dgm:spPr/>
      <dgm:t>
        <a:bodyPr/>
        <a:lstStyle/>
        <a:p>
          <a:r>
            <a:rPr lang="ko-KR"/>
            <a:t>발송</a:t>
          </a:r>
          <a:endParaRPr lang="en-US"/>
        </a:p>
      </dgm:t>
    </dgm:pt>
    <dgm:pt modelId="{0DB9F07C-1897-4939-8081-D0EEF8597586}" type="parTrans" cxnId="{9C67CB93-FEC1-4AFD-96C6-3201CF2AED07}">
      <dgm:prSet/>
      <dgm:spPr/>
      <dgm:t>
        <a:bodyPr/>
        <a:lstStyle/>
        <a:p>
          <a:endParaRPr lang="en-US"/>
        </a:p>
      </dgm:t>
    </dgm:pt>
    <dgm:pt modelId="{E5AC8609-DD6C-48B3-8A7F-228E105FFCF6}" type="sibTrans" cxnId="{9C67CB93-FEC1-4AFD-96C6-3201CF2AED07}">
      <dgm:prSet/>
      <dgm:spPr/>
      <dgm:t>
        <a:bodyPr/>
        <a:lstStyle/>
        <a:p>
          <a:endParaRPr lang="en-US"/>
        </a:p>
      </dgm:t>
    </dgm:pt>
    <dgm:pt modelId="{EE4C6654-DA10-47F3-9340-933738773372}">
      <dgm:prSet/>
      <dgm:spPr/>
      <dgm:t>
        <a:bodyPr/>
        <a:lstStyle/>
        <a:p>
          <a:r>
            <a:rPr lang="ko-KR" altLang="en-US" dirty="0"/>
            <a:t>외부 시스템</a:t>
          </a:r>
          <a:r>
            <a:rPr lang="en-US" altLang="ko-KR" dirty="0"/>
            <a:t>(</a:t>
          </a:r>
          <a:r>
            <a:rPr lang="ko-KR" altLang="en-US" dirty="0"/>
            <a:t>예</a:t>
          </a:r>
          <a:r>
            <a:rPr lang="en-US" altLang="ko-KR" dirty="0"/>
            <a:t>: </a:t>
          </a:r>
          <a:r>
            <a:rPr lang="ko-KR" altLang="en-US" dirty="0"/>
            <a:t>이메일 서버</a:t>
          </a:r>
          <a:r>
            <a:rPr lang="en-US" altLang="ko-KR" dirty="0"/>
            <a:t>, </a:t>
          </a:r>
          <a:r>
            <a:rPr lang="ko-KR" altLang="en-US" dirty="0"/>
            <a:t>데이터베이스</a:t>
          </a:r>
          <a:r>
            <a:rPr lang="en-US" altLang="ko-KR" dirty="0"/>
            <a:t>, CRM)</a:t>
          </a:r>
          <a:r>
            <a:rPr lang="ko-KR" altLang="en-US" dirty="0"/>
            <a:t>과 연동</a:t>
          </a:r>
          <a:endParaRPr lang="en-US" dirty="0"/>
        </a:p>
      </dgm:t>
    </dgm:pt>
    <dgm:pt modelId="{30383DCF-AADD-41A6-A86C-1953FFF81CDF}" type="parTrans" cxnId="{8E365BC1-8DC2-4BCD-A0E4-E47CF06663B6}">
      <dgm:prSet/>
      <dgm:spPr/>
      <dgm:t>
        <a:bodyPr/>
        <a:lstStyle/>
        <a:p>
          <a:endParaRPr lang="en-US"/>
        </a:p>
      </dgm:t>
    </dgm:pt>
    <dgm:pt modelId="{9414268A-B18D-4B61-9FF0-D5C6E93CAD84}" type="sibTrans" cxnId="{8E365BC1-8DC2-4BCD-A0E4-E47CF06663B6}">
      <dgm:prSet/>
      <dgm:spPr/>
      <dgm:t>
        <a:bodyPr/>
        <a:lstStyle/>
        <a:p>
          <a:endParaRPr lang="en-US"/>
        </a:p>
      </dgm:t>
    </dgm:pt>
    <dgm:pt modelId="{0BAFC31A-ED52-469C-92FE-B393D2DA1D71}">
      <dgm:prSet/>
      <dgm:spPr/>
      <dgm:t>
        <a:bodyPr/>
        <a:lstStyle/>
        <a:p>
          <a:r>
            <a:rPr lang="ko-KR" altLang="en-US" dirty="0"/>
            <a:t>예</a:t>
          </a:r>
          <a:r>
            <a:rPr lang="en-US" altLang="ko-KR" dirty="0"/>
            <a:t>: Zapier, Make, Slack Bot, Google Apps Script </a:t>
          </a:r>
          <a:r>
            <a:rPr lang="ko-KR" altLang="en-US" dirty="0"/>
            <a:t>등과 결합</a:t>
          </a:r>
        </a:p>
      </dgm:t>
    </dgm:pt>
    <dgm:pt modelId="{66135857-908B-4F20-AD58-86F75CBB7573}" type="parTrans" cxnId="{67369DEB-F3DB-49CB-A993-C044DB015350}">
      <dgm:prSet/>
      <dgm:spPr/>
      <dgm:t>
        <a:bodyPr/>
        <a:lstStyle/>
        <a:p>
          <a:endParaRPr lang="en-US"/>
        </a:p>
      </dgm:t>
    </dgm:pt>
    <dgm:pt modelId="{03FA5AD2-B42A-4923-80E5-EBDC69CCC93C}" type="sibTrans" cxnId="{67369DEB-F3DB-49CB-A993-C044DB015350}">
      <dgm:prSet/>
      <dgm:spPr/>
      <dgm:t>
        <a:bodyPr/>
        <a:lstStyle/>
        <a:p>
          <a:endParaRPr lang="en-US"/>
        </a:p>
      </dgm:t>
    </dgm:pt>
    <dgm:pt modelId="{94739EC0-4F9A-4BB3-9B1A-EF942E956F8A}" type="pres">
      <dgm:prSet presAssocID="{142DBA6E-7914-46E3-BBA7-DBFD00205139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41E8F24B-0C70-472A-9875-DA084704C032}" type="pres">
      <dgm:prSet presAssocID="{6CF3993C-EE8C-437F-8D84-7627DED5C336}" presName="Accent5" presStyleCnt="0"/>
      <dgm:spPr/>
    </dgm:pt>
    <dgm:pt modelId="{26F97D51-456B-46FF-AD64-EADD8124D039}" type="pres">
      <dgm:prSet presAssocID="{6CF3993C-EE8C-437F-8D84-7627DED5C336}" presName="Accent" presStyleLbl="node1" presStyleIdx="0" presStyleCnt="5"/>
      <dgm:spPr/>
    </dgm:pt>
    <dgm:pt modelId="{3B8B0894-14D1-422A-9F36-3DFA0BC41A5D}" type="pres">
      <dgm:prSet presAssocID="{6CF3993C-EE8C-437F-8D84-7627DED5C336}" presName="ParentBackground5" presStyleCnt="0"/>
      <dgm:spPr/>
    </dgm:pt>
    <dgm:pt modelId="{AA15A28B-6874-4A12-B221-D685650F6B45}" type="pres">
      <dgm:prSet presAssocID="{6CF3993C-EE8C-437F-8D84-7627DED5C336}" presName="ParentBackground" presStyleLbl="fgAcc1" presStyleIdx="0" presStyleCnt="5"/>
      <dgm:spPr/>
    </dgm:pt>
    <dgm:pt modelId="{906B3D15-A561-4B10-8E38-9A47D76A0A5C}" type="pres">
      <dgm:prSet presAssocID="{6CF3993C-EE8C-437F-8D84-7627DED5C336}" presName="Parent5" presStyleLbl="revTx" presStyleIdx="0" presStyleCnt="1">
        <dgm:presLayoutVars>
          <dgm:chMax val="1"/>
          <dgm:chPref val="1"/>
          <dgm:bulletEnabled val="1"/>
        </dgm:presLayoutVars>
      </dgm:prSet>
      <dgm:spPr/>
    </dgm:pt>
    <dgm:pt modelId="{42CEC742-6D4F-4970-8126-1B0A2BBEB962}" type="pres">
      <dgm:prSet presAssocID="{E1D2866E-763E-4BB9-9E59-F8EBBC75672E}" presName="Accent4" presStyleCnt="0"/>
      <dgm:spPr/>
    </dgm:pt>
    <dgm:pt modelId="{33C6751D-32A4-490E-81B6-6D8D431F2DDF}" type="pres">
      <dgm:prSet presAssocID="{E1D2866E-763E-4BB9-9E59-F8EBBC75672E}" presName="Accent" presStyleLbl="node1" presStyleIdx="1" presStyleCnt="5"/>
      <dgm:spPr/>
    </dgm:pt>
    <dgm:pt modelId="{15D2948C-D8DC-4A86-9029-ABAA2310E558}" type="pres">
      <dgm:prSet presAssocID="{E1D2866E-763E-4BB9-9E59-F8EBBC75672E}" presName="ParentBackground4" presStyleCnt="0"/>
      <dgm:spPr/>
    </dgm:pt>
    <dgm:pt modelId="{0FC4FDA9-1218-47FB-90E5-E3C2C0C3AA65}" type="pres">
      <dgm:prSet presAssocID="{E1D2866E-763E-4BB9-9E59-F8EBBC75672E}" presName="ParentBackground" presStyleLbl="fgAcc1" presStyleIdx="1" presStyleCnt="5"/>
      <dgm:spPr/>
    </dgm:pt>
    <dgm:pt modelId="{F80551DC-6F31-4AA3-BA01-F4FA44CCF7F9}" type="pres">
      <dgm:prSet presAssocID="{E1D2866E-763E-4BB9-9E59-F8EBBC75672E}" presName="Parent4" presStyleLbl="revTx" presStyleIdx="0" presStyleCnt="1">
        <dgm:presLayoutVars>
          <dgm:chMax val="1"/>
          <dgm:chPref val="1"/>
          <dgm:bulletEnabled val="1"/>
        </dgm:presLayoutVars>
      </dgm:prSet>
      <dgm:spPr/>
    </dgm:pt>
    <dgm:pt modelId="{6DBAC974-FD76-4B20-A7D8-17491E42D5CB}" type="pres">
      <dgm:prSet presAssocID="{7E810E57-2D10-47D1-8549-AC2CB5B26BAE}" presName="Accent3" presStyleCnt="0"/>
      <dgm:spPr/>
    </dgm:pt>
    <dgm:pt modelId="{FDDB4123-AF50-4D76-AE32-8087166BCD8F}" type="pres">
      <dgm:prSet presAssocID="{7E810E57-2D10-47D1-8549-AC2CB5B26BAE}" presName="Accent" presStyleLbl="node1" presStyleIdx="2" presStyleCnt="5"/>
      <dgm:spPr/>
    </dgm:pt>
    <dgm:pt modelId="{E814BA4C-E7DD-41DA-B35B-E317AA3B61F8}" type="pres">
      <dgm:prSet presAssocID="{7E810E57-2D10-47D1-8549-AC2CB5B26BAE}" presName="ParentBackground3" presStyleCnt="0"/>
      <dgm:spPr/>
    </dgm:pt>
    <dgm:pt modelId="{9D75F1B2-663D-4B73-B927-44E8231452A5}" type="pres">
      <dgm:prSet presAssocID="{7E810E57-2D10-47D1-8549-AC2CB5B26BAE}" presName="ParentBackground" presStyleLbl="fgAcc1" presStyleIdx="2" presStyleCnt="5"/>
      <dgm:spPr/>
    </dgm:pt>
    <dgm:pt modelId="{50C5E644-1464-44FF-A2A1-A43EFFC850DB}" type="pres">
      <dgm:prSet presAssocID="{7E810E57-2D10-47D1-8549-AC2CB5B26BAE}" presName="Parent3" presStyleLbl="revTx" presStyleIdx="0" presStyleCnt="1">
        <dgm:presLayoutVars>
          <dgm:chMax val="1"/>
          <dgm:chPref val="1"/>
          <dgm:bulletEnabled val="1"/>
        </dgm:presLayoutVars>
      </dgm:prSet>
      <dgm:spPr/>
    </dgm:pt>
    <dgm:pt modelId="{058388E0-626A-4AC1-869E-CDE552A369BC}" type="pres">
      <dgm:prSet presAssocID="{2AACC376-5ED9-4393-A87E-7D02F28942C5}" presName="Accent2" presStyleCnt="0"/>
      <dgm:spPr/>
    </dgm:pt>
    <dgm:pt modelId="{5C00099C-ABC6-44AE-9796-B60D48C208A8}" type="pres">
      <dgm:prSet presAssocID="{2AACC376-5ED9-4393-A87E-7D02F28942C5}" presName="Accent" presStyleLbl="node1" presStyleIdx="3" presStyleCnt="5"/>
      <dgm:spPr/>
    </dgm:pt>
    <dgm:pt modelId="{7B4D61CB-6CB8-4FC0-846C-CF4153BAB0FC}" type="pres">
      <dgm:prSet presAssocID="{2AACC376-5ED9-4393-A87E-7D02F28942C5}" presName="ParentBackground2" presStyleCnt="0"/>
      <dgm:spPr/>
    </dgm:pt>
    <dgm:pt modelId="{10ABB26B-E4BD-43C2-AEF8-F466B5F97316}" type="pres">
      <dgm:prSet presAssocID="{2AACC376-5ED9-4393-A87E-7D02F28942C5}" presName="ParentBackground" presStyleLbl="fgAcc1" presStyleIdx="3" presStyleCnt="5"/>
      <dgm:spPr/>
    </dgm:pt>
    <dgm:pt modelId="{7262D594-C6CF-4599-BA0B-77247D125A27}" type="pres">
      <dgm:prSet presAssocID="{2AACC376-5ED9-4393-A87E-7D02F28942C5}" presName="Parent2" presStyleLbl="revTx" presStyleIdx="0" presStyleCnt="1">
        <dgm:presLayoutVars>
          <dgm:chMax val="1"/>
          <dgm:chPref val="1"/>
          <dgm:bulletEnabled val="1"/>
        </dgm:presLayoutVars>
      </dgm:prSet>
      <dgm:spPr/>
    </dgm:pt>
    <dgm:pt modelId="{F4D7C1D4-0D0D-4A19-A8EC-4208838CE935}" type="pres">
      <dgm:prSet presAssocID="{9FE56BB4-97F9-4FB7-A58F-220282FE3B82}" presName="Accent1" presStyleCnt="0"/>
      <dgm:spPr/>
    </dgm:pt>
    <dgm:pt modelId="{E4EA8F53-A263-4195-A66E-34C8743FCA9A}" type="pres">
      <dgm:prSet presAssocID="{9FE56BB4-97F9-4FB7-A58F-220282FE3B82}" presName="Accent" presStyleLbl="node1" presStyleIdx="4" presStyleCnt="5"/>
      <dgm:spPr/>
    </dgm:pt>
    <dgm:pt modelId="{F948EEF3-E2AD-420A-AE75-4F79526CE684}" type="pres">
      <dgm:prSet presAssocID="{9FE56BB4-97F9-4FB7-A58F-220282FE3B82}" presName="ParentBackground1" presStyleCnt="0"/>
      <dgm:spPr/>
    </dgm:pt>
    <dgm:pt modelId="{A7A584C9-61F1-405F-BFB3-AE9CD46484AE}" type="pres">
      <dgm:prSet presAssocID="{9FE56BB4-97F9-4FB7-A58F-220282FE3B82}" presName="ParentBackground" presStyleLbl="fgAcc1" presStyleIdx="4" presStyleCnt="5"/>
      <dgm:spPr/>
    </dgm:pt>
    <dgm:pt modelId="{8ED69A7C-A9B5-4557-B138-F9A43B2A488F}" type="pres">
      <dgm:prSet presAssocID="{9FE56BB4-97F9-4FB7-A58F-220282FE3B82}" presName="Child1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C8FD6A1E-067D-48E2-A3B5-673049E2EB70}" type="pres">
      <dgm:prSet presAssocID="{9FE56BB4-97F9-4FB7-A58F-220282FE3B82}" presName="Parent1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D22B2B0F-3114-4F18-A3F0-C4A35D7837CF}" type="presOf" srcId="{7E810E57-2D10-47D1-8549-AC2CB5B26BAE}" destId="{9D75F1B2-663D-4B73-B927-44E8231452A5}" srcOrd="0" destOrd="0" presId="urn:microsoft.com/office/officeart/2011/layout/CircleProcess"/>
    <dgm:cxn modelId="{1B48BD2C-F27A-412D-959E-F11184943589}" type="presOf" srcId="{EE4C6654-DA10-47F3-9340-933738773372}" destId="{8ED69A7C-A9B5-4557-B138-F9A43B2A488F}" srcOrd="0" destOrd="0" presId="urn:microsoft.com/office/officeart/2011/layout/CircleProcess"/>
    <dgm:cxn modelId="{56D23665-E587-41E5-8E45-281FCF22052D}" type="presOf" srcId="{E1D2866E-763E-4BB9-9E59-F8EBBC75672E}" destId="{0FC4FDA9-1218-47FB-90E5-E3C2C0C3AA65}" srcOrd="0" destOrd="0" presId="urn:microsoft.com/office/officeart/2011/layout/CircleProcess"/>
    <dgm:cxn modelId="{48874168-5A8E-4B5C-8621-6EE9D33A3007}" type="presOf" srcId="{6CF3993C-EE8C-437F-8D84-7627DED5C336}" destId="{AA15A28B-6874-4A12-B221-D685650F6B45}" srcOrd="0" destOrd="0" presId="urn:microsoft.com/office/officeart/2011/layout/CircleProcess"/>
    <dgm:cxn modelId="{352F3E6A-1BDF-42C7-89B7-80B2C5C2EB19}" type="presOf" srcId="{2AACC376-5ED9-4393-A87E-7D02F28942C5}" destId="{7262D594-C6CF-4599-BA0B-77247D125A27}" srcOrd="1" destOrd="0" presId="urn:microsoft.com/office/officeart/2011/layout/CircleProcess"/>
    <dgm:cxn modelId="{4E50086D-95E6-41F6-91A5-689E56AD9B3F}" srcId="{142DBA6E-7914-46E3-BBA7-DBFD00205139}" destId="{E1D2866E-763E-4BB9-9E59-F8EBBC75672E}" srcOrd="3" destOrd="0" parTransId="{D7407AA8-7BE2-4D95-851C-EE5293D20632}" sibTransId="{2B084ED1-842E-4D25-B4C7-84903F05BF31}"/>
    <dgm:cxn modelId="{E9E9806F-43EE-4278-A102-02C045211004}" srcId="{142DBA6E-7914-46E3-BBA7-DBFD00205139}" destId="{9FE56BB4-97F9-4FB7-A58F-220282FE3B82}" srcOrd="0" destOrd="0" parTransId="{BCA65E20-4544-45D5-8EAB-D61A3EEFC95F}" sibTransId="{608F6CFA-5958-45E7-B711-E59D079D2DEA}"/>
    <dgm:cxn modelId="{9C67CB93-FEC1-4AFD-96C6-3201CF2AED07}" srcId="{142DBA6E-7914-46E3-BBA7-DBFD00205139}" destId="{6CF3993C-EE8C-437F-8D84-7627DED5C336}" srcOrd="4" destOrd="0" parTransId="{0DB9F07C-1897-4939-8081-D0EEF8597586}" sibTransId="{E5AC8609-DD6C-48B3-8A7F-228E105FFCF6}"/>
    <dgm:cxn modelId="{9BF6F99A-0853-407B-ABAC-3F074027E048}" type="presOf" srcId="{E1D2866E-763E-4BB9-9E59-F8EBBC75672E}" destId="{F80551DC-6F31-4AA3-BA01-F4FA44CCF7F9}" srcOrd="1" destOrd="0" presId="urn:microsoft.com/office/officeart/2011/layout/CircleProcess"/>
    <dgm:cxn modelId="{248D2BA0-ADA8-4248-8ED2-129F8F151415}" type="presOf" srcId="{142DBA6E-7914-46E3-BBA7-DBFD00205139}" destId="{94739EC0-4F9A-4BB3-9B1A-EF942E956F8A}" srcOrd="0" destOrd="0" presId="urn:microsoft.com/office/officeart/2011/layout/CircleProcess"/>
    <dgm:cxn modelId="{208DEDA9-2E0E-4EF9-89C6-E6F6E3A1B1A5}" srcId="{142DBA6E-7914-46E3-BBA7-DBFD00205139}" destId="{2AACC376-5ED9-4393-A87E-7D02F28942C5}" srcOrd="1" destOrd="0" parTransId="{161C1E53-5898-4D54-AEED-3A8EBBD368FE}" sibTransId="{9F9550B6-DB30-4102-B5ED-5C4EC344C0B5}"/>
    <dgm:cxn modelId="{07FA26AC-BA9D-4357-8575-4ACFB8F815B6}" type="presOf" srcId="{0BAFC31A-ED52-469C-92FE-B393D2DA1D71}" destId="{8ED69A7C-A9B5-4557-B138-F9A43B2A488F}" srcOrd="0" destOrd="1" presId="urn:microsoft.com/office/officeart/2011/layout/CircleProcess"/>
    <dgm:cxn modelId="{7A5036AC-6552-4595-AB4E-0ED5F82F7136}" type="presOf" srcId="{9FE56BB4-97F9-4FB7-A58F-220282FE3B82}" destId="{C8FD6A1E-067D-48E2-A3B5-673049E2EB70}" srcOrd="1" destOrd="0" presId="urn:microsoft.com/office/officeart/2011/layout/CircleProcess"/>
    <dgm:cxn modelId="{4E9295B2-22C5-4598-BD19-599C8CA45A7B}" srcId="{142DBA6E-7914-46E3-BBA7-DBFD00205139}" destId="{7E810E57-2D10-47D1-8549-AC2CB5B26BAE}" srcOrd="2" destOrd="0" parTransId="{FC390016-30E4-4C5F-AA7E-E4179567F61A}" sibTransId="{473E138E-0B26-48D4-86E7-A87D006E8FB6}"/>
    <dgm:cxn modelId="{1A8F2BB9-CD3A-43FD-AB90-F25E151F06E3}" type="presOf" srcId="{7E810E57-2D10-47D1-8549-AC2CB5B26BAE}" destId="{50C5E644-1464-44FF-A2A1-A43EFFC850DB}" srcOrd="1" destOrd="0" presId="urn:microsoft.com/office/officeart/2011/layout/CircleProcess"/>
    <dgm:cxn modelId="{8E365BC1-8DC2-4BCD-A0E4-E47CF06663B6}" srcId="{9FE56BB4-97F9-4FB7-A58F-220282FE3B82}" destId="{EE4C6654-DA10-47F3-9340-933738773372}" srcOrd="0" destOrd="0" parTransId="{30383DCF-AADD-41A6-A86C-1953FFF81CDF}" sibTransId="{9414268A-B18D-4B61-9FF0-D5C6E93CAD84}"/>
    <dgm:cxn modelId="{FAA55BD6-721D-45F7-BBB9-8DC3A6372241}" type="presOf" srcId="{6CF3993C-EE8C-437F-8D84-7627DED5C336}" destId="{906B3D15-A561-4B10-8E38-9A47D76A0A5C}" srcOrd="1" destOrd="0" presId="urn:microsoft.com/office/officeart/2011/layout/CircleProcess"/>
    <dgm:cxn modelId="{A8FEFDEA-6992-490E-8F13-865D29F2803A}" type="presOf" srcId="{9FE56BB4-97F9-4FB7-A58F-220282FE3B82}" destId="{A7A584C9-61F1-405F-BFB3-AE9CD46484AE}" srcOrd="0" destOrd="0" presId="urn:microsoft.com/office/officeart/2011/layout/CircleProcess"/>
    <dgm:cxn modelId="{67369DEB-F3DB-49CB-A993-C044DB015350}" srcId="{9FE56BB4-97F9-4FB7-A58F-220282FE3B82}" destId="{0BAFC31A-ED52-469C-92FE-B393D2DA1D71}" srcOrd="1" destOrd="0" parTransId="{66135857-908B-4F20-AD58-86F75CBB7573}" sibTransId="{03FA5AD2-B42A-4923-80E5-EBDC69CCC93C}"/>
    <dgm:cxn modelId="{4E1EB6F1-91EE-4E52-A318-D3630776E3BE}" type="presOf" srcId="{2AACC376-5ED9-4393-A87E-7D02F28942C5}" destId="{10ABB26B-E4BD-43C2-AEF8-F466B5F97316}" srcOrd="0" destOrd="0" presId="urn:microsoft.com/office/officeart/2011/layout/CircleProcess"/>
    <dgm:cxn modelId="{14686050-4707-46E8-B2F8-E72D70E8601B}" type="presParOf" srcId="{94739EC0-4F9A-4BB3-9B1A-EF942E956F8A}" destId="{41E8F24B-0C70-472A-9875-DA084704C032}" srcOrd="0" destOrd="0" presId="urn:microsoft.com/office/officeart/2011/layout/CircleProcess"/>
    <dgm:cxn modelId="{BDA26922-B54D-41E1-9443-5529C1816B10}" type="presParOf" srcId="{41E8F24B-0C70-472A-9875-DA084704C032}" destId="{26F97D51-456B-46FF-AD64-EADD8124D039}" srcOrd="0" destOrd="0" presId="urn:microsoft.com/office/officeart/2011/layout/CircleProcess"/>
    <dgm:cxn modelId="{35C46DC2-6A3E-4100-BA37-FAD81CB60373}" type="presParOf" srcId="{94739EC0-4F9A-4BB3-9B1A-EF942E956F8A}" destId="{3B8B0894-14D1-422A-9F36-3DFA0BC41A5D}" srcOrd="1" destOrd="0" presId="urn:microsoft.com/office/officeart/2011/layout/CircleProcess"/>
    <dgm:cxn modelId="{C453804F-581E-4CEE-B0AE-3263D05BC359}" type="presParOf" srcId="{3B8B0894-14D1-422A-9F36-3DFA0BC41A5D}" destId="{AA15A28B-6874-4A12-B221-D685650F6B45}" srcOrd="0" destOrd="0" presId="urn:microsoft.com/office/officeart/2011/layout/CircleProcess"/>
    <dgm:cxn modelId="{C9729327-F7AA-4201-9B67-91C698EFC3B0}" type="presParOf" srcId="{94739EC0-4F9A-4BB3-9B1A-EF942E956F8A}" destId="{906B3D15-A561-4B10-8E38-9A47D76A0A5C}" srcOrd="2" destOrd="0" presId="urn:microsoft.com/office/officeart/2011/layout/CircleProcess"/>
    <dgm:cxn modelId="{6BB604B6-331C-4CCF-BC2B-BDAACFB03E82}" type="presParOf" srcId="{94739EC0-4F9A-4BB3-9B1A-EF942E956F8A}" destId="{42CEC742-6D4F-4970-8126-1B0A2BBEB962}" srcOrd="3" destOrd="0" presId="urn:microsoft.com/office/officeart/2011/layout/CircleProcess"/>
    <dgm:cxn modelId="{2190E315-4ADC-4B8C-9793-A93C2D1DDDE9}" type="presParOf" srcId="{42CEC742-6D4F-4970-8126-1B0A2BBEB962}" destId="{33C6751D-32A4-490E-81B6-6D8D431F2DDF}" srcOrd="0" destOrd="0" presId="urn:microsoft.com/office/officeart/2011/layout/CircleProcess"/>
    <dgm:cxn modelId="{A7909268-D8DA-49BD-B232-2C89B4191286}" type="presParOf" srcId="{94739EC0-4F9A-4BB3-9B1A-EF942E956F8A}" destId="{15D2948C-D8DC-4A86-9029-ABAA2310E558}" srcOrd="4" destOrd="0" presId="urn:microsoft.com/office/officeart/2011/layout/CircleProcess"/>
    <dgm:cxn modelId="{11E53D0C-C975-42FE-B771-1D361C24B72D}" type="presParOf" srcId="{15D2948C-D8DC-4A86-9029-ABAA2310E558}" destId="{0FC4FDA9-1218-47FB-90E5-E3C2C0C3AA65}" srcOrd="0" destOrd="0" presId="urn:microsoft.com/office/officeart/2011/layout/CircleProcess"/>
    <dgm:cxn modelId="{B1522095-A215-4D86-92AC-5CB6A1FEB15A}" type="presParOf" srcId="{94739EC0-4F9A-4BB3-9B1A-EF942E956F8A}" destId="{F80551DC-6F31-4AA3-BA01-F4FA44CCF7F9}" srcOrd="5" destOrd="0" presId="urn:microsoft.com/office/officeart/2011/layout/CircleProcess"/>
    <dgm:cxn modelId="{0285EA32-4FCD-4172-B2D7-9A085E3B434B}" type="presParOf" srcId="{94739EC0-4F9A-4BB3-9B1A-EF942E956F8A}" destId="{6DBAC974-FD76-4B20-A7D8-17491E42D5CB}" srcOrd="6" destOrd="0" presId="urn:microsoft.com/office/officeart/2011/layout/CircleProcess"/>
    <dgm:cxn modelId="{372DBDB4-5DBC-46E4-A1A9-20EC07C8E06E}" type="presParOf" srcId="{6DBAC974-FD76-4B20-A7D8-17491E42D5CB}" destId="{FDDB4123-AF50-4D76-AE32-8087166BCD8F}" srcOrd="0" destOrd="0" presId="urn:microsoft.com/office/officeart/2011/layout/CircleProcess"/>
    <dgm:cxn modelId="{E9253B93-60C9-4307-B78C-9B5A26FC04F8}" type="presParOf" srcId="{94739EC0-4F9A-4BB3-9B1A-EF942E956F8A}" destId="{E814BA4C-E7DD-41DA-B35B-E317AA3B61F8}" srcOrd="7" destOrd="0" presId="urn:microsoft.com/office/officeart/2011/layout/CircleProcess"/>
    <dgm:cxn modelId="{1420F1BA-F3D0-432A-8206-70A59CB9072D}" type="presParOf" srcId="{E814BA4C-E7DD-41DA-B35B-E317AA3B61F8}" destId="{9D75F1B2-663D-4B73-B927-44E8231452A5}" srcOrd="0" destOrd="0" presId="urn:microsoft.com/office/officeart/2011/layout/CircleProcess"/>
    <dgm:cxn modelId="{BA7D47FB-DA0A-4D2D-BD25-FE64ECF39A5B}" type="presParOf" srcId="{94739EC0-4F9A-4BB3-9B1A-EF942E956F8A}" destId="{50C5E644-1464-44FF-A2A1-A43EFFC850DB}" srcOrd="8" destOrd="0" presId="urn:microsoft.com/office/officeart/2011/layout/CircleProcess"/>
    <dgm:cxn modelId="{6D60F319-2515-479C-8E76-EA2A9D655C46}" type="presParOf" srcId="{94739EC0-4F9A-4BB3-9B1A-EF942E956F8A}" destId="{058388E0-626A-4AC1-869E-CDE552A369BC}" srcOrd="9" destOrd="0" presId="urn:microsoft.com/office/officeart/2011/layout/CircleProcess"/>
    <dgm:cxn modelId="{E3333AC7-3311-4F40-AAAA-8A3114EF9C0A}" type="presParOf" srcId="{058388E0-626A-4AC1-869E-CDE552A369BC}" destId="{5C00099C-ABC6-44AE-9796-B60D48C208A8}" srcOrd="0" destOrd="0" presId="urn:microsoft.com/office/officeart/2011/layout/CircleProcess"/>
    <dgm:cxn modelId="{86768F63-1FA5-49A6-97FC-B9900BB47BCE}" type="presParOf" srcId="{94739EC0-4F9A-4BB3-9B1A-EF942E956F8A}" destId="{7B4D61CB-6CB8-4FC0-846C-CF4153BAB0FC}" srcOrd="10" destOrd="0" presId="urn:microsoft.com/office/officeart/2011/layout/CircleProcess"/>
    <dgm:cxn modelId="{8D08672C-6E7D-4C3D-8622-303FC40BA948}" type="presParOf" srcId="{7B4D61CB-6CB8-4FC0-846C-CF4153BAB0FC}" destId="{10ABB26B-E4BD-43C2-AEF8-F466B5F97316}" srcOrd="0" destOrd="0" presId="urn:microsoft.com/office/officeart/2011/layout/CircleProcess"/>
    <dgm:cxn modelId="{98A07B30-CD85-4C07-8585-B1DA9F06FD16}" type="presParOf" srcId="{94739EC0-4F9A-4BB3-9B1A-EF942E956F8A}" destId="{7262D594-C6CF-4599-BA0B-77247D125A27}" srcOrd="11" destOrd="0" presId="urn:microsoft.com/office/officeart/2011/layout/CircleProcess"/>
    <dgm:cxn modelId="{FFB996D4-1DAE-41A0-907A-8993188B6C2F}" type="presParOf" srcId="{94739EC0-4F9A-4BB3-9B1A-EF942E956F8A}" destId="{F4D7C1D4-0D0D-4A19-A8EC-4208838CE935}" srcOrd="12" destOrd="0" presId="urn:microsoft.com/office/officeart/2011/layout/CircleProcess"/>
    <dgm:cxn modelId="{3FCBB241-D4C6-4595-B5C4-3BCF99938F82}" type="presParOf" srcId="{F4D7C1D4-0D0D-4A19-A8EC-4208838CE935}" destId="{E4EA8F53-A263-4195-A66E-34C8743FCA9A}" srcOrd="0" destOrd="0" presId="urn:microsoft.com/office/officeart/2011/layout/CircleProcess"/>
    <dgm:cxn modelId="{0714A349-4FE9-4477-B7B5-38AFDAD3C2F0}" type="presParOf" srcId="{94739EC0-4F9A-4BB3-9B1A-EF942E956F8A}" destId="{F948EEF3-E2AD-420A-AE75-4F79526CE684}" srcOrd="13" destOrd="0" presId="urn:microsoft.com/office/officeart/2011/layout/CircleProcess"/>
    <dgm:cxn modelId="{62DE591A-C3D7-4596-8886-33725C99E825}" type="presParOf" srcId="{F948EEF3-E2AD-420A-AE75-4F79526CE684}" destId="{A7A584C9-61F1-405F-BFB3-AE9CD46484AE}" srcOrd="0" destOrd="0" presId="urn:microsoft.com/office/officeart/2011/layout/CircleProcess"/>
    <dgm:cxn modelId="{1A8ED418-24CB-4CCC-900F-9C7C75F10ADC}" type="presParOf" srcId="{94739EC0-4F9A-4BB3-9B1A-EF942E956F8A}" destId="{8ED69A7C-A9B5-4557-B138-F9A43B2A488F}" srcOrd="14" destOrd="0" presId="urn:microsoft.com/office/officeart/2011/layout/CircleProcess"/>
    <dgm:cxn modelId="{BB536123-ED33-4D7F-A7D8-C6D28B25E10E}" type="presParOf" srcId="{94739EC0-4F9A-4BB3-9B1A-EF942E956F8A}" destId="{C8FD6A1E-067D-48E2-A3B5-673049E2EB70}" srcOrd="15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63690-2F87-48EC-A560-20AC48D234AD}">
      <dsp:nvSpPr>
        <dsp:cNvPr id="0" name=""/>
        <dsp:cNvSpPr/>
      </dsp:nvSpPr>
      <dsp:spPr>
        <a:xfrm>
          <a:off x="0" y="27158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sz="17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7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271584"/>
        <a:ext cx="10515600" cy="1124550"/>
      </dsp:txXfrm>
    </dsp:sp>
    <dsp:sp modelId="{23F79F9E-B146-48B1-8E94-14C03EA3ED6A}">
      <dsp:nvSpPr>
        <dsp:cNvPr id="0" name=""/>
        <dsp:cNvSpPr/>
      </dsp:nvSpPr>
      <dsp:spPr>
        <a:xfrm>
          <a:off x="525780" y="20664"/>
          <a:ext cx="7360920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45162"/>
        <a:ext cx="7311924" cy="452844"/>
      </dsp:txXfrm>
    </dsp:sp>
    <dsp:sp modelId="{470FDCE0-9D20-4C7B-A43D-ED1795FAF3AD}">
      <dsp:nvSpPr>
        <dsp:cNvPr id="0" name=""/>
        <dsp:cNvSpPr/>
      </dsp:nvSpPr>
      <dsp:spPr>
        <a:xfrm>
          <a:off x="0" y="173885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1738854"/>
        <a:ext cx="10515600" cy="1124550"/>
      </dsp:txXfrm>
    </dsp:sp>
    <dsp:sp modelId="{80B871F0-0106-47B4-BA04-7EF5FD9C7AF5}">
      <dsp:nvSpPr>
        <dsp:cNvPr id="0" name=""/>
        <dsp:cNvSpPr/>
      </dsp:nvSpPr>
      <dsp:spPr>
        <a:xfrm>
          <a:off x="525780" y="1487934"/>
          <a:ext cx="7360920" cy="5018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1512432"/>
        <a:ext cx="7311924" cy="452844"/>
      </dsp:txXfrm>
    </dsp:sp>
    <dsp:sp modelId="{03BEDFD7-A55C-4ED8-8BE1-14504C4C9CE9}">
      <dsp:nvSpPr>
        <dsp:cNvPr id="0" name=""/>
        <dsp:cNvSpPr/>
      </dsp:nvSpPr>
      <dsp:spPr>
        <a:xfrm>
          <a:off x="0" y="320612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3206124"/>
        <a:ext cx="10515600" cy="1124550"/>
      </dsp:txXfrm>
    </dsp:sp>
    <dsp:sp modelId="{991B8859-E680-4603-A651-EB9DB879C3A0}">
      <dsp:nvSpPr>
        <dsp:cNvPr id="0" name=""/>
        <dsp:cNvSpPr/>
      </dsp:nvSpPr>
      <dsp:spPr>
        <a:xfrm>
          <a:off x="525780" y="2955204"/>
          <a:ext cx="7360920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2979702"/>
        <a:ext cx="731192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DF32C-D30A-4726-8CFC-1352DA3DE5EA}">
      <dsp:nvSpPr>
        <dsp:cNvPr id="0" name=""/>
        <dsp:cNvSpPr/>
      </dsp:nvSpPr>
      <dsp:spPr>
        <a:xfrm rot="5400000">
          <a:off x="7157517" y="-314770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 dirty="0"/>
            <a:t>공문서 자동 작성</a:t>
          </a:r>
          <a:r>
            <a:rPr lang="en-US" sz="1300" kern="1200" dirty="0"/>
            <a:t>, </a:t>
          </a:r>
          <a:r>
            <a:rPr lang="ko-KR" sz="1300" kern="1200" dirty="0"/>
            <a:t>보고서 및 계획서 작성</a:t>
          </a:r>
          <a:r>
            <a:rPr lang="en-US" sz="1300" kern="1200" dirty="0"/>
            <a:t>, </a:t>
          </a:r>
          <a:r>
            <a:rPr lang="ko-KR" sz="1300" kern="1200" dirty="0"/>
            <a:t>회의록 작성 및 요약</a:t>
          </a:r>
          <a:endParaRPr lang="en-US" sz="1300" kern="1200" dirty="0"/>
        </a:p>
      </dsp:txBody>
      <dsp:txXfrm rot="-5400000">
        <a:off x="3938778" y="98610"/>
        <a:ext cx="6974701" cy="509650"/>
      </dsp:txXfrm>
    </dsp:sp>
    <dsp:sp modelId="{08DC68C6-E4DE-4422-B602-7937D63CE875}">
      <dsp:nvSpPr>
        <dsp:cNvPr id="0" name=""/>
        <dsp:cNvSpPr/>
      </dsp:nvSpPr>
      <dsp:spPr>
        <a:xfrm>
          <a:off x="0" y="2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 dirty="0"/>
            <a:t>문서 작성 및 기획</a:t>
          </a:r>
          <a:endParaRPr lang="en-US" sz="2400" kern="1200" dirty="0"/>
        </a:p>
      </dsp:txBody>
      <dsp:txXfrm>
        <a:off x="34464" y="34466"/>
        <a:ext cx="3869850" cy="637062"/>
      </dsp:txXfrm>
    </dsp:sp>
    <dsp:sp modelId="{28C09C3A-3519-4534-876E-0B1DE8B8A25F}">
      <dsp:nvSpPr>
        <dsp:cNvPr id="0" name=""/>
        <dsp:cNvSpPr/>
      </dsp:nvSpPr>
      <dsp:spPr>
        <a:xfrm rot="5400000">
          <a:off x="7157517" y="-240641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 dirty="0"/>
            <a:t>민원 응답 자동화</a:t>
          </a:r>
          <a:r>
            <a:rPr lang="en-US" sz="1300" kern="1200" dirty="0"/>
            <a:t>, </a:t>
          </a:r>
          <a:r>
            <a:rPr lang="ko-KR" sz="1300" kern="1200" dirty="0"/>
            <a:t>민원 데이터 분석</a:t>
          </a:r>
          <a:r>
            <a:rPr lang="en-US" sz="1300" kern="1200" dirty="0"/>
            <a:t>, </a:t>
          </a:r>
          <a:r>
            <a:rPr lang="ko-KR" sz="1300" kern="1200" dirty="0"/>
            <a:t>실시간 상담 </a:t>
          </a:r>
          <a:r>
            <a:rPr lang="ko-KR" sz="1300" kern="1200" dirty="0" err="1"/>
            <a:t>챗봇</a:t>
          </a:r>
          <a:endParaRPr lang="en-US" sz="1300" kern="1200" dirty="0"/>
        </a:p>
      </dsp:txBody>
      <dsp:txXfrm rot="-5400000">
        <a:off x="3938778" y="839900"/>
        <a:ext cx="6974701" cy="509650"/>
      </dsp:txXfrm>
    </dsp:sp>
    <dsp:sp modelId="{2B9313E3-ADDC-4C29-857D-4B94DD6F979E}">
      <dsp:nvSpPr>
        <dsp:cNvPr id="0" name=""/>
        <dsp:cNvSpPr/>
      </dsp:nvSpPr>
      <dsp:spPr>
        <a:xfrm>
          <a:off x="0" y="74173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 dirty="0"/>
            <a:t>민원 처리 및 대민 서비스</a:t>
          </a:r>
          <a:endParaRPr lang="en-US" sz="2400" kern="1200" dirty="0"/>
        </a:p>
      </dsp:txBody>
      <dsp:txXfrm>
        <a:off x="34464" y="776194"/>
        <a:ext cx="3869850" cy="637062"/>
      </dsp:txXfrm>
    </dsp:sp>
    <dsp:sp modelId="{A44B68A4-DACA-4E91-9FED-5F64A0FB8188}">
      <dsp:nvSpPr>
        <dsp:cNvPr id="0" name=""/>
        <dsp:cNvSpPr/>
      </dsp:nvSpPr>
      <dsp:spPr>
        <a:xfrm rot="5400000">
          <a:off x="7157517" y="-166512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/>
            <a:t>정책 자료 요약 및 비교</a:t>
          </a:r>
          <a:r>
            <a:rPr lang="en-US" sz="1300" kern="1200"/>
            <a:t>, </a:t>
          </a:r>
          <a:r>
            <a:rPr lang="ko-KR" sz="1300" kern="1200"/>
            <a:t>데이터 기반 정책 제안</a:t>
          </a:r>
          <a:r>
            <a:rPr lang="en-US" sz="1300" kern="1200"/>
            <a:t>, </a:t>
          </a:r>
          <a:r>
            <a:rPr lang="ko-KR" sz="1300" kern="1200"/>
            <a:t>성과 평가 보고서 작성</a:t>
          </a:r>
          <a:endParaRPr lang="en-US" sz="1300" kern="1200"/>
        </a:p>
      </dsp:txBody>
      <dsp:txXfrm rot="-5400000">
        <a:off x="3938778" y="1581190"/>
        <a:ext cx="6974701" cy="509650"/>
      </dsp:txXfrm>
    </dsp:sp>
    <dsp:sp modelId="{63B3810B-EC8C-44CF-A3D3-890CE6C552D4}">
      <dsp:nvSpPr>
        <dsp:cNvPr id="0" name=""/>
        <dsp:cNvSpPr/>
      </dsp:nvSpPr>
      <dsp:spPr>
        <a:xfrm>
          <a:off x="0" y="148302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 dirty="0"/>
            <a:t>정책 분석 및 평가</a:t>
          </a:r>
          <a:endParaRPr lang="en-US" sz="2400" kern="1200" dirty="0"/>
        </a:p>
      </dsp:txBody>
      <dsp:txXfrm>
        <a:off x="34464" y="1517484"/>
        <a:ext cx="3869850" cy="637062"/>
      </dsp:txXfrm>
    </dsp:sp>
    <dsp:sp modelId="{E0D05716-324A-4924-BD89-1585AB544927}">
      <dsp:nvSpPr>
        <dsp:cNvPr id="0" name=""/>
        <dsp:cNvSpPr/>
      </dsp:nvSpPr>
      <dsp:spPr>
        <a:xfrm rot="5400000">
          <a:off x="7157517" y="-92383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/>
            <a:t>직무 교육 자료 자동 생성</a:t>
          </a:r>
          <a:r>
            <a:rPr lang="en-US" sz="1300" kern="1200"/>
            <a:t>, </a:t>
          </a:r>
          <a:r>
            <a:rPr lang="ko-KR" sz="1300" kern="1200"/>
            <a:t>시뮬레이션 기반 실습 시나리오 생성</a:t>
          </a:r>
          <a:r>
            <a:rPr lang="en-US" sz="1300" kern="1200"/>
            <a:t>, </a:t>
          </a:r>
          <a:r>
            <a:rPr lang="ko-KR" sz="1300" kern="1200"/>
            <a:t>정리 및 복습용 요약 자료 생성</a:t>
          </a:r>
          <a:endParaRPr lang="en-US" sz="1300" kern="1200"/>
        </a:p>
      </dsp:txBody>
      <dsp:txXfrm rot="-5400000">
        <a:off x="3938778" y="2322480"/>
        <a:ext cx="6974701" cy="509650"/>
      </dsp:txXfrm>
    </dsp:sp>
    <dsp:sp modelId="{9EF2D007-1098-4CAC-AE34-A2B7871027F7}">
      <dsp:nvSpPr>
        <dsp:cNvPr id="0" name=""/>
        <dsp:cNvSpPr/>
      </dsp:nvSpPr>
      <dsp:spPr>
        <a:xfrm>
          <a:off x="0" y="222431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 dirty="0"/>
            <a:t>교육 및 내부 역량 강화</a:t>
          </a:r>
          <a:endParaRPr lang="en-US" sz="2400" kern="1200" dirty="0"/>
        </a:p>
      </dsp:txBody>
      <dsp:txXfrm>
        <a:off x="34464" y="2258774"/>
        <a:ext cx="3869850" cy="637062"/>
      </dsp:txXfrm>
    </dsp:sp>
    <dsp:sp modelId="{BA4CE2D7-AD7B-4A98-9425-A4B39E439E06}">
      <dsp:nvSpPr>
        <dsp:cNvPr id="0" name=""/>
        <dsp:cNvSpPr/>
      </dsp:nvSpPr>
      <dsp:spPr>
        <a:xfrm rot="5400000">
          <a:off x="7157517" y="-182539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/>
            <a:t>데이터 분석 자동화</a:t>
          </a:r>
          <a:r>
            <a:rPr lang="en-US" sz="1300" kern="1200"/>
            <a:t>, </a:t>
          </a:r>
          <a:r>
            <a:rPr lang="ko-KR" sz="1300" kern="1200"/>
            <a:t>시각화 보고서 생성</a:t>
          </a:r>
          <a:r>
            <a:rPr lang="en-US" sz="1300" kern="1200"/>
            <a:t>, </a:t>
          </a:r>
          <a:r>
            <a:rPr lang="ko-KR" sz="1300" kern="1200"/>
            <a:t>예산 집행 및 결산 자료 분석</a:t>
          </a:r>
          <a:endParaRPr lang="en-US" sz="1300" kern="1200"/>
        </a:p>
      </dsp:txBody>
      <dsp:txXfrm rot="-5400000">
        <a:off x="3938778" y="3063771"/>
        <a:ext cx="6974701" cy="509650"/>
      </dsp:txXfrm>
    </dsp:sp>
    <dsp:sp modelId="{4E416DAC-1354-4B76-8E8C-55BA862581E5}">
      <dsp:nvSpPr>
        <dsp:cNvPr id="0" name=""/>
        <dsp:cNvSpPr/>
      </dsp:nvSpPr>
      <dsp:spPr>
        <a:xfrm>
          <a:off x="0" y="296560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 dirty="0"/>
            <a:t>데이터 관리 및 보고</a:t>
          </a:r>
          <a:endParaRPr lang="en-US" sz="2400" kern="1200" dirty="0"/>
        </a:p>
      </dsp:txBody>
      <dsp:txXfrm>
        <a:off x="34464" y="3000064"/>
        <a:ext cx="3869850" cy="637062"/>
      </dsp:txXfrm>
    </dsp:sp>
    <dsp:sp modelId="{4E74D894-FC15-4CBE-B0A3-9767694063A3}">
      <dsp:nvSpPr>
        <dsp:cNvPr id="0" name=""/>
        <dsp:cNvSpPr/>
      </dsp:nvSpPr>
      <dsp:spPr>
        <a:xfrm rot="5400000">
          <a:off x="7157517" y="55875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/>
            <a:t>보도자료 및 홍보문 작성</a:t>
          </a:r>
          <a:r>
            <a:rPr lang="en-US" sz="1300" kern="1200"/>
            <a:t>, </a:t>
          </a:r>
          <a:r>
            <a:rPr lang="ko-KR" sz="1300" kern="1200"/>
            <a:t>멀티미디어 콘텐츠 제작</a:t>
          </a:r>
          <a:r>
            <a:rPr lang="en-US" sz="1300" kern="1200"/>
            <a:t>, </a:t>
          </a:r>
          <a:r>
            <a:rPr lang="ko-KR" sz="1300" kern="1200"/>
            <a:t>홈페이지 및 </a:t>
          </a:r>
          <a:r>
            <a:rPr lang="en-US" sz="1300" kern="1200"/>
            <a:t>SNS </a:t>
          </a:r>
          <a:r>
            <a:rPr lang="ko-KR" sz="1300" kern="1200"/>
            <a:t>콘텐츠 관리</a:t>
          </a:r>
          <a:endParaRPr lang="en-US" sz="1300" kern="1200"/>
        </a:p>
      </dsp:txBody>
      <dsp:txXfrm rot="-5400000">
        <a:off x="3938778" y="3805061"/>
        <a:ext cx="6974701" cy="509650"/>
      </dsp:txXfrm>
    </dsp:sp>
    <dsp:sp modelId="{27840D79-9082-42B4-95A6-2260B9CE20BC}">
      <dsp:nvSpPr>
        <dsp:cNvPr id="0" name=""/>
        <dsp:cNvSpPr/>
      </dsp:nvSpPr>
      <dsp:spPr>
        <a:xfrm>
          <a:off x="0" y="370689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대외 홍보 및 커뮤니케이션</a:t>
          </a:r>
          <a:endParaRPr lang="en-US" sz="2400" kern="1200"/>
        </a:p>
      </dsp:txBody>
      <dsp:txXfrm>
        <a:off x="34464" y="3741354"/>
        <a:ext cx="3869850" cy="637062"/>
      </dsp:txXfrm>
    </dsp:sp>
    <dsp:sp modelId="{AFF2AD3A-560A-4A33-A805-764181AD4FFA}">
      <dsp:nvSpPr>
        <dsp:cNvPr id="0" name=""/>
        <dsp:cNvSpPr/>
      </dsp:nvSpPr>
      <dsp:spPr>
        <a:xfrm rot="5400000">
          <a:off x="7157517" y="1300040"/>
          <a:ext cx="564792" cy="7002272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300" kern="1200" dirty="0"/>
            <a:t>회의 자료 자동 작성</a:t>
          </a:r>
          <a:r>
            <a:rPr lang="en-US" sz="1300" kern="1200" dirty="0"/>
            <a:t>, </a:t>
          </a:r>
          <a:r>
            <a:rPr lang="ko-KR" sz="1300" kern="1200" dirty="0"/>
            <a:t>다국어 문서 지원</a:t>
          </a:r>
          <a:r>
            <a:rPr lang="en-US" sz="1300" kern="1200" dirty="0"/>
            <a:t>, </a:t>
          </a:r>
          <a:r>
            <a:rPr lang="ko-KR" sz="1300" kern="1200" dirty="0"/>
            <a:t>협업 워크플로 자동화</a:t>
          </a:r>
          <a:endParaRPr lang="en-US" sz="1300" kern="1200" dirty="0"/>
        </a:p>
      </dsp:txBody>
      <dsp:txXfrm rot="-5400000">
        <a:off x="3938778" y="4546351"/>
        <a:ext cx="6974701" cy="509650"/>
      </dsp:txXfrm>
    </dsp:sp>
    <dsp:sp modelId="{EDAE0AA3-BFF1-4CF0-8CDD-B451C2DC744E}">
      <dsp:nvSpPr>
        <dsp:cNvPr id="0" name=""/>
        <dsp:cNvSpPr/>
      </dsp:nvSpPr>
      <dsp:spPr>
        <a:xfrm>
          <a:off x="0" y="4448180"/>
          <a:ext cx="3938778" cy="7059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회의 및 협업 지원</a:t>
          </a:r>
          <a:endParaRPr lang="en-US" sz="2400" kern="1200"/>
        </a:p>
      </dsp:txBody>
      <dsp:txXfrm>
        <a:off x="34464" y="4482644"/>
        <a:ext cx="3869850" cy="637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107CE-9076-4B8B-86E4-377B9D4E15A1}">
      <dsp:nvSpPr>
        <dsp:cNvPr id="0" name=""/>
        <dsp:cNvSpPr/>
      </dsp:nvSpPr>
      <dsp:spPr>
        <a:xfrm>
          <a:off x="0" y="71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82D84-A743-4392-8353-D359E3857B99}">
      <dsp:nvSpPr>
        <dsp:cNvPr id="0" name=""/>
        <dsp:cNvSpPr/>
      </dsp:nvSpPr>
      <dsp:spPr>
        <a:xfrm>
          <a:off x="0" y="0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컨텍스트 제공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(Provide Context)</a:t>
          </a:r>
        </a:p>
      </dsp:txBody>
      <dsp:txXfrm>
        <a:off x="0" y="0"/>
        <a:ext cx="2103120" cy="836440"/>
      </dsp:txXfrm>
    </dsp:sp>
    <dsp:sp modelId="{C3720052-8082-4A72-A537-0130F3BFF203}">
      <dsp:nvSpPr>
        <dsp:cNvPr id="0" name=""/>
        <dsp:cNvSpPr/>
      </dsp:nvSpPr>
      <dsp:spPr>
        <a:xfrm>
          <a:off x="2260854" y="20155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가 상황을 잘 이해하도록 배경 정보를 충분히 제공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20155"/>
        <a:ext cx="8254746" cy="388814"/>
      </dsp:txXfrm>
    </dsp:sp>
    <dsp:sp modelId="{80F581F6-3C55-4786-85C7-FD590EF4F3E3}">
      <dsp:nvSpPr>
        <dsp:cNvPr id="0" name=""/>
        <dsp:cNvSpPr/>
      </dsp:nvSpPr>
      <dsp:spPr>
        <a:xfrm>
          <a:off x="2103120" y="408969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A43A9-63E0-4AA8-B9DC-C7BA71487AC0}">
      <dsp:nvSpPr>
        <dsp:cNvPr id="0" name=""/>
        <dsp:cNvSpPr/>
      </dsp:nvSpPr>
      <dsp:spPr>
        <a:xfrm>
          <a:off x="2260854" y="428410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 보고서는 경영진 회의에서 발표할 자료입니다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428410"/>
        <a:ext cx="8254746" cy="388814"/>
      </dsp:txXfrm>
    </dsp:sp>
    <dsp:sp modelId="{FDBAA417-A923-4032-A553-09D0C8993CD3}">
      <dsp:nvSpPr>
        <dsp:cNvPr id="0" name=""/>
        <dsp:cNvSpPr/>
      </dsp:nvSpPr>
      <dsp:spPr>
        <a:xfrm>
          <a:off x="2103120" y="817224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AF178-6C7F-4FF4-B37E-7D54540C44E8}">
      <dsp:nvSpPr>
        <dsp:cNvPr id="0" name=""/>
        <dsp:cNvSpPr/>
      </dsp:nvSpPr>
      <dsp:spPr>
        <a:xfrm>
          <a:off x="0" y="837155"/>
          <a:ext cx="10515600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517D8-1492-4C43-8EB1-6B1651A61B22}">
      <dsp:nvSpPr>
        <dsp:cNvPr id="0" name=""/>
        <dsp:cNvSpPr/>
      </dsp:nvSpPr>
      <dsp:spPr>
        <a:xfrm>
          <a:off x="0" y="837155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구체적인 질문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(Ask Specific Questions)</a:t>
          </a:r>
        </a:p>
      </dsp:txBody>
      <dsp:txXfrm>
        <a:off x="0" y="837155"/>
        <a:ext cx="2103120" cy="836440"/>
      </dsp:txXfrm>
    </dsp:sp>
    <dsp:sp modelId="{309E7CC1-64D6-4854-8F71-CA5FA08AD54C}">
      <dsp:nvSpPr>
        <dsp:cNvPr id="0" name=""/>
        <dsp:cNvSpPr/>
      </dsp:nvSpPr>
      <dsp:spPr>
        <a:xfrm>
          <a:off x="2260854" y="856596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모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호한 질문보다 명확하고 구체적으로 묻기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856596"/>
        <a:ext cx="8254746" cy="388814"/>
      </dsp:txXfrm>
    </dsp:sp>
    <dsp:sp modelId="{A2F0E71E-C9AE-4DEF-95D8-7D4BB498F885}">
      <dsp:nvSpPr>
        <dsp:cNvPr id="0" name=""/>
        <dsp:cNvSpPr/>
      </dsp:nvSpPr>
      <dsp:spPr>
        <a:xfrm>
          <a:off x="2103120" y="1245410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7664E-D09B-40CF-B60D-981658351CC3}">
      <dsp:nvSpPr>
        <dsp:cNvPr id="0" name=""/>
        <dsp:cNvSpPr/>
      </dsp:nvSpPr>
      <dsp:spPr>
        <a:xfrm>
          <a:off x="2260854" y="1264851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마케팅 전략의 장점과 단점을 각각 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3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가지씩 구체적으로 설명해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1264851"/>
        <a:ext cx="8254746" cy="388814"/>
      </dsp:txXfrm>
    </dsp:sp>
    <dsp:sp modelId="{162AFEF8-EA00-4732-A019-AACE94A02D70}">
      <dsp:nvSpPr>
        <dsp:cNvPr id="0" name=""/>
        <dsp:cNvSpPr/>
      </dsp:nvSpPr>
      <dsp:spPr>
        <a:xfrm>
          <a:off x="2103120" y="1653665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24E6B-46E7-4305-9F6D-26568C99E544}">
      <dsp:nvSpPr>
        <dsp:cNvPr id="0" name=""/>
        <dsp:cNvSpPr/>
      </dsp:nvSpPr>
      <dsp:spPr>
        <a:xfrm>
          <a:off x="0" y="1673596"/>
          <a:ext cx="1051560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7A243-5A21-4BDE-B5B5-81AB9B684A41}">
      <dsp:nvSpPr>
        <dsp:cNvPr id="0" name=""/>
        <dsp:cNvSpPr/>
      </dsp:nvSpPr>
      <dsp:spPr>
        <a:xfrm>
          <a:off x="0" y="1673596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예시 사용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(Use Examples)</a:t>
          </a:r>
        </a:p>
      </dsp:txBody>
      <dsp:txXfrm>
        <a:off x="0" y="1673596"/>
        <a:ext cx="2103120" cy="836440"/>
      </dsp:txXfrm>
    </dsp:sp>
    <dsp:sp modelId="{69CFC044-3C0F-4761-9DB3-7AA989810326}">
      <dsp:nvSpPr>
        <dsp:cNvPr id="0" name=""/>
        <dsp:cNvSpPr/>
      </dsp:nvSpPr>
      <dsp:spPr>
        <a:xfrm>
          <a:off x="2260854" y="1693037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원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하는 형식이나 스타일이 있다면 예시를 제시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1693037"/>
        <a:ext cx="8254746" cy="388814"/>
      </dsp:txXfrm>
    </dsp:sp>
    <dsp:sp modelId="{925C4CD9-1844-4237-8AD5-A8A7BE9E8187}">
      <dsp:nvSpPr>
        <dsp:cNvPr id="0" name=""/>
        <dsp:cNvSpPr/>
      </dsp:nvSpPr>
      <dsp:spPr>
        <a:xfrm>
          <a:off x="2103120" y="2081851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2FC84-09D5-46CF-9C82-08AD15DD4529}">
      <dsp:nvSpPr>
        <dsp:cNvPr id="0" name=""/>
        <dsp:cNvSpPr/>
      </dsp:nvSpPr>
      <dsp:spPr>
        <a:xfrm>
          <a:off x="2260854" y="2101292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이런 식으로 요약해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‘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요약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핵심 내용만 간단히 정리’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2101292"/>
        <a:ext cx="8254746" cy="388814"/>
      </dsp:txXfrm>
    </dsp:sp>
    <dsp:sp modelId="{67F25CD6-1F97-4CAE-8920-92E86F133830}">
      <dsp:nvSpPr>
        <dsp:cNvPr id="0" name=""/>
        <dsp:cNvSpPr/>
      </dsp:nvSpPr>
      <dsp:spPr>
        <a:xfrm>
          <a:off x="2103120" y="2490106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89665-93BC-4D29-8789-1A6856E5FCA5}">
      <dsp:nvSpPr>
        <dsp:cNvPr id="0" name=""/>
        <dsp:cNvSpPr/>
      </dsp:nvSpPr>
      <dsp:spPr>
        <a:xfrm>
          <a:off x="0" y="2510037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84DDE-7BEE-4266-960A-9195FADF7842}">
      <dsp:nvSpPr>
        <dsp:cNvPr id="0" name=""/>
        <dsp:cNvSpPr/>
      </dsp:nvSpPr>
      <dsp:spPr>
        <a:xfrm>
          <a:off x="0" y="2510037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흐름 안내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(Guide the Flow)</a:t>
          </a:r>
        </a:p>
      </dsp:txBody>
      <dsp:txXfrm>
        <a:off x="0" y="2510037"/>
        <a:ext cx="2103120" cy="836440"/>
      </dsp:txXfrm>
    </dsp:sp>
    <dsp:sp modelId="{73A11E5B-AED8-4488-B927-A3F4FB1D3A75}">
      <dsp:nvSpPr>
        <dsp:cNvPr id="0" name=""/>
        <dsp:cNvSpPr/>
      </dsp:nvSpPr>
      <dsp:spPr>
        <a:xfrm>
          <a:off x="2260854" y="2529477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답변이 일정한 구조나 순서를 따르도록 유도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2529477"/>
        <a:ext cx="8254746" cy="388814"/>
      </dsp:txXfrm>
    </dsp:sp>
    <dsp:sp modelId="{61AA9C57-9283-48BE-9381-A24ED03C33E0}">
      <dsp:nvSpPr>
        <dsp:cNvPr id="0" name=""/>
        <dsp:cNvSpPr/>
      </dsp:nvSpPr>
      <dsp:spPr>
        <a:xfrm>
          <a:off x="2103120" y="2918292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504CC-D891-4E87-A59E-9DC0957D1398}">
      <dsp:nvSpPr>
        <dsp:cNvPr id="0" name=""/>
        <dsp:cNvSpPr/>
      </dsp:nvSpPr>
      <dsp:spPr>
        <a:xfrm>
          <a:off x="2260854" y="2937732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"1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2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상세 내용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3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단계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결론 형식으로 작성해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2937732"/>
        <a:ext cx="8254746" cy="388814"/>
      </dsp:txXfrm>
    </dsp:sp>
    <dsp:sp modelId="{682B28E0-4289-4B0C-80DA-B036CF02C6F6}">
      <dsp:nvSpPr>
        <dsp:cNvPr id="0" name=""/>
        <dsp:cNvSpPr/>
      </dsp:nvSpPr>
      <dsp:spPr>
        <a:xfrm>
          <a:off x="2103120" y="3326547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9AD8B-AE58-4632-97A2-E7CB83881697}">
      <dsp:nvSpPr>
        <dsp:cNvPr id="0" name=""/>
        <dsp:cNvSpPr/>
      </dsp:nvSpPr>
      <dsp:spPr>
        <a:xfrm>
          <a:off x="0" y="3346477"/>
          <a:ext cx="10515600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BE883-32AD-4D35-BFC3-07863EB1D6DC}">
      <dsp:nvSpPr>
        <dsp:cNvPr id="0" name=""/>
        <dsp:cNvSpPr/>
      </dsp:nvSpPr>
      <dsp:spPr>
        <a:xfrm>
          <a:off x="0" y="3346477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제약 조건 제공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(Provide Constraints)</a:t>
          </a:r>
        </a:p>
      </dsp:txBody>
      <dsp:txXfrm>
        <a:off x="0" y="3346477"/>
        <a:ext cx="2103120" cy="836440"/>
      </dsp:txXfrm>
    </dsp:sp>
    <dsp:sp modelId="{77FECE80-CD5D-45CD-9BDE-36F62B734426}">
      <dsp:nvSpPr>
        <dsp:cNvPr id="0" name=""/>
        <dsp:cNvSpPr/>
      </dsp:nvSpPr>
      <dsp:spPr>
        <a:xfrm>
          <a:off x="2260854" y="3365918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길이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형식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대상 등 제한사항을 </a:t>
          </a:r>
          <a:r>
            <a:rPr lang="ko-KR" sz="15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정해줌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3365918"/>
        <a:ext cx="8254746" cy="388814"/>
      </dsp:txXfrm>
    </dsp:sp>
    <dsp:sp modelId="{031D738B-4A97-4966-8E10-6DE32FDF8E7E}">
      <dsp:nvSpPr>
        <dsp:cNvPr id="0" name=""/>
        <dsp:cNvSpPr/>
      </dsp:nvSpPr>
      <dsp:spPr>
        <a:xfrm>
          <a:off x="2103120" y="3754732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5CA84-75DC-4FD4-926F-093C8102AF1A}">
      <dsp:nvSpPr>
        <dsp:cNvPr id="0" name=""/>
        <dsp:cNvSpPr/>
      </dsp:nvSpPr>
      <dsp:spPr>
        <a:xfrm>
          <a:off x="2260854" y="3774173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"500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 이내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중학생이 이해할 수 있는 수준으로 작성해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3774173"/>
        <a:ext cx="8254746" cy="388814"/>
      </dsp:txXfrm>
    </dsp:sp>
    <dsp:sp modelId="{1DEC4861-5348-4579-AD7B-D32D7EE1A38D}">
      <dsp:nvSpPr>
        <dsp:cNvPr id="0" name=""/>
        <dsp:cNvSpPr/>
      </dsp:nvSpPr>
      <dsp:spPr>
        <a:xfrm>
          <a:off x="2103120" y="4162987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7744A-F9EB-4A2F-91B6-BE914B23B65A}">
      <dsp:nvSpPr>
        <dsp:cNvPr id="0" name=""/>
        <dsp:cNvSpPr/>
      </dsp:nvSpPr>
      <dsp:spPr>
        <a:xfrm>
          <a:off x="0" y="4182918"/>
          <a:ext cx="10515600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91A2F-1B01-40D1-9F7E-05E39654F8D6}">
      <dsp:nvSpPr>
        <dsp:cNvPr id="0" name=""/>
        <dsp:cNvSpPr/>
      </dsp:nvSpPr>
      <dsp:spPr>
        <a:xfrm>
          <a:off x="0" y="4182918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반복적인 </a:t>
          </a:r>
          <a:r>
            <a:rPr lang="ko-KR" sz="14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프롬프팅</a:t>
          </a: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(Iterative Prompting)</a:t>
          </a:r>
        </a:p>
      </dsp:txBody>
      <dsp:txXfrm>
        <a:off x="0" y="4182918"/>
        <a:ext cx="2103120" cy="836440"/>
      </dsp:txXfrm>
    </dsp:sp>
    <dsp:sp modelId="{2880BD18-32C6-4713-AC94-60974FB0F875}">
      <dsp:nvSpPr>
        <dsp:cNvPr id="0" name=""/>
        <dsp:cNvSpPr/>
      </dsp:nvSpPr>
      <dsp:spPr>
        <a:xfrm>
          <a:off x="2260854" y="4202359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첫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결과를 보고 피드백을 주며 점점 원하는 방향으로 유도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4202359"/>
        <a:ext cx="8254746" cy="388814"/>
      </dsp:txXfrm>
    </dsp:sp>
    <dsp:sp modelId="{C1811078-A904-4523-9A65-0534432EC8BE}">
      <dsp:nvSpPr>
        <dsp:cNvPr id="0" name=""/>
        <dsp:cNvSpPr/>
      </dsp:nvSpPr>
      <dsp:spPr>
        <a:xfrm>
          <a:off x="2103120" y="4591173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0CAD1-77C7-41AE-8390-EDDA4EB2614B}">
      <dsp:nvSpPr>
        <dsp:cNvPr id="0" name=""/>
        <dsp:cNvSpPr/>
      </dsp:nvSpPr>
      <dsp:spPr>
        <a:xfrm>
          <a:off x="2260854" y="4610614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"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조금 더 간결하게 수정해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.", "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사례를 하나 추가해 주세요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."</a:t>
          </a:r>
        </a:p>
      </dsp:txBody>
      <dsp:txXfrm>
        <a:off x="2260854" y="4610614"/>
        <a:ext cx="8254746" cy="388814"/>
      </dsp:txXfrm>
    </dsp:sp>
    <dsp:sp modelId="{C2E98730-7F74-4772-AADE-EF6556FA784B}">
      <dsp:nvSpPr>
        <dsp:cNvPr id="0" name=""/>
        <dsp:cNvSpPr/>
      </dsp:nvSpPr>
      <dsp:spPr>
        <a:xfrm>
          <a:off x="2103120" y="4999428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9CB51-7C1A-4D34-B4A2-4B84E41C3AB4}">
      <dsp:nvSpPr>
        <dsp:cNvPr id="0" name=""/>
        <dsp:cNvSpPr/>
      </dsp:nvSpPr>
      <dsp:spPr>
        <a:xfrm>
          <a:off x="0" y="5019359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97889-D923-41BF-9CA9-93C20E6D2F8A}">
      <dsp:nvSpPr>
        <dsp:cNvPr id="0" name=""/>
        <dsp:cNvSpPr/>
      </dsp:nvSpPr>
      <dsp:spPr>
        <a:xfrm>
          <a:off x="0" y="5019359"/>
          <a:ext cx="2103120" cy="83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실험과 반복 </a:t>
          </a:r>
          <a:r>
            <a:rPr lang="en-US" sz="14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(Experiment and Iterate)</a:t>
          </a:r>
        </a:p>
      </dsp:txBody>
      <dsp:txXfrm>
        <a:off x="0" y="5019359"/>
        <a:ext cx="2103120" cy="836440"/>
      </dsp:txXfrm>
    </dsp:sp>
    <dsp:sp modelId="{ACA426E4-A2E0-47CA-A375-DF36E3A2F0D9}">
      <dsp:nvSpPr>
        <dsp:cNvPr id="0" name=""/>
        <dsp:cNvSpPr/>
      </dsp:nvSpPr>
      <dsp:spPr>
        <a:xfrm>
          <a:off x="2260854" y="5038800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여러 번 실험하면서 최적화</a:t>
          </a:r>
          <a:endParaRPr lang="en-US" sz="15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260854" y="5038800"/>
        <a:ext cx="8254746" cy="388814"/>
      </dsp:txXfrm>
    </dsp:sp>
    <dsp:sp modelId="{F662D2DD-AC64-4D17-81AB-C210586FBA9B}">
      <dsp:nvSpPr>
        <dsp:cNvPr id="0" name=""/>
        <dsp:cNvSpPr/>
      </dsp:nvSpPr>
      <dsp:spPr>
        <a:xfrm>
          <a:off x="2103120" y="5427614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6563D-4023-453B-A338-831ACD64CE40}">
      <dsp:nvSpPr>
        <dsp:cNvPr id="0" name=""/>
        <dsp:cNvSpPr/>
      </dsp:nvSpPr>
      <dsp:spPr>
        <a:xfrm>
          <a:off x="2260854" y="5447055"/>
          <a:ext cx="8254746" cy="388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예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: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여러 버전의 프롬프트를 실험하고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결과를 비교하면서 개선</a:t>
          </a:r>
          <a:r>
            <a:rPr lang="en-US" sz="15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.</a:t>
          </a:r>
        </a:p>
      </dsp:txBody>
      <dsp:txXfrm>
        <a:off x="2260854" y="5447055"/>
        <a:ext cx="8254746" cy="388814"/>
      </dsp:txXfrm>
    </dsp:sp>
    <dsp:sp modelId="{96249567-5ADC-4B0C-9C96-4583ADA06E2C}">
      <dsp:nvSpPr>
        <dsp:cNvPr id="0" name=""/>
        <dsp:cNvSpPr/>
      </dsp:nvSpPr>
      <dsp:spPr>
        <a:xfrm>
          <a:off x="2103120" y="5835869"/>
          <a:ext cx="84124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A9155-8C87-48F7-B398-83323C042F18}">
      <dsp:nvSpPr>
        <dsp:cNvPr id="0" name=""/>
        <dsp:cNvSpPr/>
      </dsp:nvSpPr>
      <dsp:spPr>
        <a:xfrm>
          <a:off x="0" y="139176"/>
          <a:ext cx="1730072" cy="9406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환경 인식 </a:t>
          </a:r>
          <a:r>
            <a:rPr lang="en-US" sz="1400" kern="1200" dirty="0"/>
            <a:t>(Perception)</a:t>
          </a:r>
        </a:p>
      </dsp:txBody>
      <dsp:txXfrm>
        <a:off x="0" y="139176"/>
        <a:ext cx="1730072" cy="627073"/>
      </dsp:txXfrm>
    </dsp:sp>
    <dsp:sp modelId="{19FE6E72-B3EB-4D6B-8446-7B2D6D97ECD2}">
      <dsp:nvSpPr>
        <dsp:cNvPr id="0" name=""/>
        <dsp:cNvSpPr/>
      </dsp:nvSpPr>
      <dsp:spPr>
        <a:xfrm>
          <a:off x="355728" y="766250"/>
          <a:ext cx="1730072" cy="1411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사용자 입력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웹</a:t>
          </a:r>
          <a:r>
            <a:rPr lang="en-US" altLang="ko-KR" sz="1400" kern="1200" dirty="0"/>
            <a:t>, IoT </a:t>
          </a:r>
          <a:r>
            <a:rPr lang="ko-KR" altLang="en-US" sz="1400" kern="1200" dirty="0"/>
            <a:t>센서를 통해 정보 수집</a:t>
          </a:r>
          <a:endParaRPr lang="en-US" sz="1400" kern="1200" dirty="0"/>
        </a:p>
      </dsp:txBody>
      <dsp:txXfrm>
        <a:off x="397067" y="807589"/>
        <a:ext cx="1647394" cy="1328747"/>
      </dsp:txXfrm>
    </dsp:sp>
    <dsp:sp modelId="{A5F7A621-E4F7-470C-B4DE-FD912B820E30}">
      <dsp:nvSpPr>
        <dsp:cNvPr id="0" name=""/>
        <dsp:cNvSpPr/>
      </dsp:nvSpPr>
      <dsp:spPr>
        <a:xfrm>
          <a:off x="1992342" y="237344"/>
          <a:ext cx="556014" cy="4307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992342" y="323491"/>
        <a:ext cx="426793" cy="258443"/>
      </dsp:txXfrm>
    </dsp:sp>
    <dsp:sp modelId="{C8CAC136-7E31-4B84-8959-7BDFB5A5A918}">
      <dsp:nvSpPr>
        <dsp:cNvPr id="0" name=""/>
        <dsp:cNvSpPr/>
      </dsp:nvSpPr>
      <dsp:spPr>
        <a:xfrm>
          <a:off x="2779155" y="139176"/>
          <a:ext cx="1730072" cy="940610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의사결정 및 계획 </a:t>
          </a:r>
          <a:r>
            <a:rPr lang="en-US" sz="1400" kern="1200" dirty="0"/>
            <a:t>(Decision-making &amp; Planning)</a:t>
          </a:r>
        </a:p>
      </dsp:txBody>
      <dsp:txXfrm>
        <a:off x="2779155" y="139176"/>
        <a:ext cx="1730072" cy="627073"/>
      </dsp:txXfrm>
    </dsp:sp>
    <dsp:sp modelId="{E71A5845-1740-4D5C-8575-36420D29EB7E}">
      <dsp:nvSpPr>
        <dsp:cNvPr id="0" name=""/>
        <dsp:cNvSpPr/>
      </dsp:nvSpPr>
      <dsp:spPr>
        <a:xfrm>
          <a:off x="3218436" y="905426"/>
          <a:ext cx="1730072" cy="1411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수집한 정보를 바탕으로 최적의 행동을 선택</a:t>
          </a:r>
          <a:endParaRPr lang="en-US" sz="1400" kern="1200" dirty="0"/>
        </a:p>
      </dsp:txBody>
      <dsp:txXfrm>
        <a:off x="3259775" y="946765"/>
        <a:ext cx="1647394" cy="1328747"/>
      </dsp:txXfrm>
    </dsp:sp>
    <dsp:sp modelId="{36194EBF-9CB7-4307-B6E6-1F775DB87E3B}">
      <dsp:nvSpPr>
        <dsp:cNvPr id="0" name=""/>
        <dsp:cNvSpPr/>
      </dsp:nvSpPr>
      <dsp:spPr>
        <a:xfrm>
          <a:off x="4771500" y="237344"/>
          <a:ext cx="556018" cy="4307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771500" y="323491"/>
        <a:ext cx="426797" cy="258443"/>
      </dsp:txXfrm>
    </dsp:sp>
    <dsp:sp modelId="{658F4154-2E86-442C-A37B-C58D9DAAA90D}">
      <dsp:nvSpPr>
        <dsp:cNvPr id="0" name=""/>
        <dsp:cNvSpPr/>
      </dsp:nvSpPr>
      <dsp:spPr>
        <a:xfrm>
          <a:off x="5558318" y="139176"/>
          <a:ext cx="1730072" cy="940610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행동 수행 </a:t>
          </a:r>
          <a:r>
            <a:rPr lang="en-US" sz="1400" kern="1200" dirty="0"/>
            <a:t>(Action)</a:t>
          </a:r>
        </a:p>
      </dsp:txBody>
      <dsp:txXfrm>
        <a:off x="5558318" y="139176"/>
        <a:ext cx="1730072" cy="627073"/>
      </dsp:txXfrm>
    </dsp:sp>
    <dsp:sp modelId="{2501DB59-293D-4E1C-B74F-C3EDB46396C3}">
      <dsp:nvSpPr>
        <dsp:cNvPr id="0" name=""/>
        <dsp:cNvSpPr/>
      </dsp:nvSpPr>
      <dsp:spPr>
        <a:xfrm>
          <a:off x="5914054" y="766250"/>
          <a:ext cx="1730072" cy="1411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문서 작성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데이터 분석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로봇 제어 등 실제 작업 실행</a:t>
          </a:r>
          <a:endParaRPr lang="en-US" sz="1400" kern="1200" dirty="0"/>
        </a:p>
      </dsp:txBody>
      <dsp:txXfrm>
        <a:off x="5955393" y="807589"/>
        <a:ext cx="1647394" cy="1328747"/>
      </dsp:txXfrm>
    </dsp:sp>
    <dsp:sp modelId="{57998D07-4A0C-4F44-A639-85309D09F2CE}">
      <dsp:nvSpPr>
        <dsp:cNvPr id="0" name=""/>
        <dsp:cNvSpPr/>
      </dsp:nvSpPr>
      <dsp:spPr>
        <a:xfrm>
          <a:off x="7551008" y="237344"/>
          <a:ext cx="556751" cy="4307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551008" y="323491"/>
        <a:ext cx="427530" cy="258443"/>
      </dsp:txXfrm>
    </dsp:sp>
    <dsp:sp modelId="{86F71864-EDF8-4BF3-BEE4-9B0F74DD4375}">
      <dsp:nvSpPr>
        <dsp:cNvPr id="0" name=""/>
        <dsp:cNvSpPr/>
      </dsp:nvSpPr>
      <dsp:spPr>
        <a:xfrm>
          <a:off x="8338865" y="139176"/>
          <a:ext cx="1730072" cy="940610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 dirty="0"/>
            <a:t>학습 및 피드백 </a:t>
          </a:r>
          <a:r>
            <a:rPr lang="en-US" sz="1400" kern="1200" dirty="0"/>
            <a:t>(Learning &amp; Feedback)</a:t>
          </a:r>
        </a:p>
      </dsp:txBody>
      <dsp:txXfrm>
        <a:off x="8338865" y="139176"/>
        <a:ext cx="1730072" cy="627073"/>
      </dsp:txXfrm>
    </dsp:sp>
    <dsp:sp modelId="{352E2E5E-AECB-489D-AF1F-C3AD68E6084A}">
      <dsp:nvSpPr>
        <dsp:cNvPr id="0" name=""/>
        <dsp:cNvSpPr/>
      </dsp:nvSpPr>
      <dsp:spPr>
        <a:xfrm>
          <a:off x="8693217" y="905426"/>
          <a:ext cx="1730072" cy="14114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결과 분석 </a:t>
          </a:r>
          <a:r>
            <a:rPr lang="en-US" altLang="ko-KR" sz="1400" kern="1200" dirty="0">
              <a:sym typeface="Wingdings" panose="05000000000000000000" pitchFamily="2" charset="2"/>
            </a:rPr>
            <a:t> </a:t>
          </a:r>
          <a:r>
            <a:rPr lang="ko-KR" altLang="en-US" sz="1400" kern="1200" dirty="0">
              <a:sym typeface="Wingdings" panose="05000000000000000000" pitchFamily="2" charset="2"/>
            </a:rPr>
            <a:t>성능 개선</a:t>
          </a:r>
          <a:endParaRPr lang="en-US" sz="1400" kern="1200" dirty="0"/>
        </a:p>
      </dsp:txBody>
      <dsp:txXfrm>
        <a:off x="8734556" y="946765"/>
        <a:ext cx="1647394" cy="13287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24143-5349-4B4F-91E2-90894417CFAA}">
      <dsp:nvSpPr>
        <dsp:cNvPr id="0" name=""/>
        <dsp:cNvSpPr/>
      </dsp:nvSpPr>
      <dsp:spPr>
        <a:xfrm>
          <a:off x="1308331" y="710"/>
          <a:ext cx="3963993" cy="23783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 생성 자동화</a:t>
          </a:r>
          <a:endParaRPr lang="en-US" sz="2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Genspark</a:t>
          </a:r>
          <a:endParaRPr lang="en-US" sz="20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Goover</a:t>
          </a:r>
          <a:endParaRPr lang="en-US" sz="20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Notion AI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1308331" y="710"/>
        <a:ext cx="3963993" cy="2378396"/>
      </dsp:txXfrm>
    </dsp:sp>
    <dsp:sp modelId="{CA823B72-C545-44E3-ACE5-2AB473F00235}">
      <dsp:nvSpPr>
        <dsp:cNvPr id="0" name=""/>
        <dsp:cNvSpPr/>
      </dsp:nvSpPr>
      <dsp:spPr>
        <a:xfrm>
          <a:off x="5668724" y="710"/>
          <a:ext cx="3963993" cy="237839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 시각화 자동화</a:t>
          </a:r>
          <a:endParaRPr lang="en-US" sz="2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Napkin</a:t>
          </a:r>
        </a:p>
      </dsp:txBody>
      <dsp:txXfrm>
        <a:off x="5668724" y="710"/>
        <a:ext cx="3963993" cy="2378396"/>
      </dsp:txXfrm>
    </dsp:sp>
    <dsp:sp modelId="{198B279E-0E8A-4E3B-8B0A-BD26F016FB68}">
      <dsp:nvSpPr>
        <dsp:cNvPr id="0" name=""/>
        <dsp:cNvSpPr/>
      </dsp:nvSpPr>
      <dsp:spPr>
        <a:xfrm>
          <a:off x="1308331" y="2775505"/>
          <a:ext cx="3963993" cy="237839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PPT </a:t>
          </a:r>
          <a:r>
            <a:rPr lang="ko-KR" sz="2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 생성</a:t>
          </a:r>
          <a:endParaRPr lang="en-US" sz="2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Gamma</a:t>
          </a:r>
        </a:p>
      </dsp:txBody>
      <dsp:txXfrm>
        <a:off x="1308331" y="2775505"/>
        <a:ext cx="3963993" cy="2378396"/>
      </dsp:txXfrm>
    </dsp:sp>
    <dsp:sp modelId="{1BDA9136-CAAA-48CD-9395-87314B5A2B42}">
      <dsp:nvSpPr>
        <dsp:cNvPr id="0" name=""/>
        <dsp:cNvSpPr/>
      </dsp:nvSpPr>
      <dsp:spPr>
        <a:xfrm>
          <a:off x="5668724" y="2775505"/>
          <a:ext cx="3963993" cy="237839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업무자동화</a:t>
          </a:r>
          <a:endParaRPr lang="en-US" sz="2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Zapier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n8n</a:t>
          </a:r>
        </a:p>
      </dsp:txBody>
      <dsp:txXfrm>
        <a:off x="5668724" y="2775505"/>
        <a:ext cx="3963993" cy="2378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E845F-A3C8-43A6-B927-65310834765D}">
      <dsp:nvSpPr>
        <dsp:cNvPr id="0" name=""/>
        <dsp:cNvSpPr/>
      </dsp:nvSpPr>
      <dsp:spPr>
        <a:xfrm>
          <a:off x="0" y="1246278"/>
          <a:ext cx="10885487" cy="1661704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58BB6-18CF-4A01-A6B4-C51F6A4A35F4}">
      <dsp:nvSpPr>
        <dsp:cNvPr id="0" name=""/>
        <dsp:cNvSpPr/>
      </dsp:nvSpPr>
      <dsp:spPr>
        <a:xfrm>
          <a:off x="2690" y="0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자료 수집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690" y="0"/>
        <a:ext cx="1566649" cy="1661704"/>
      </dsp:txXfrm>
    </dsp:sp>
    <dsp:sp modelId="{14ECF204-BA23-46BE-B23E-1C43DA52EB7B}">
      <dsp:nvSpPr>
        <dsp:cNvPr id="0" name=""/>
        <dsp:cNvSpPr/>
      </dsp:nvSpPr>
      <dsp:spPr>
        <a:xfrm>
          <a:off x="578302" y="1869417"/>
          <a:ext cx="415426" cy="4154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CAA80-DDE8-44E4-BB0F-0BFC8FFD070C}">
      <dsp:nvSpPr>
        <dsp:cNvPr id="0" name=""/>
        <dsp:cNvSpPr/>
      </dsp:nvSpPr>
      <dsp:spPr>
        <a:xfrm>
          <a:off x="1647672" y="2492556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 요약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1647672" y="2492556"/>
        <a:ext cx="1566649" cy="1661704"/>
      </dsp:txXfrm>
    </dsp:sp>
    <dsp:sp modelId="{EFF7B539-5510-4BC7-A054-2AD6DBF3C8B1}">
      <dsp:nvSpPr>
        <dsp:cNvPr id="0" name=""/>
        <dsp:cNvSpPr/>
      </dsp:nvSpPr>
      <dsp:spPr>
        <a:xfrm>
          <a:off x="2223283" y="1869417"/>
          <a:ext cx="415426" cy="415426"/>
        </a:xfrm>
        <a:prstGeom prst="ellips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D9458-C5B5-4E76-96B5-B7FBC8F432C7}">
      <dsp:nvSpPr>
        <dsp:cNvPr id="0" name=""/>
        <dsp:cNvSpPr/>
      </dsp:nvSpPr>
      <dsp:spPr>
        <a:xfrm>
          <a:off x="3292653" y="0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 자동 작성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3292653" y="0"/>
        <a:ext cx="1566649" cy="1661704"/>
      </dsp:txXfrm>
    </dsp:sp>
    <dsp:sp modelId="{86CC73CC-55C0-40B3-9E85-2BDA614DB4BE}">
      <dsp:nvSpPr>
        <dsp:cNvPr id="0" name=""/>
        <dsp:cNvSpPr/>
      </dsp:nvSpPr>
      <dsp:spPr>
        <a:xfrm>
          <a:off x="3868265" y="1869417"/>
          <a:ext cx="415426" cy="415426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886AA-6C10-4E39-AA9E-4E70FD9C653B}">
      <dsp:nvSpPr>
        <dsp:cNvPr id="0" name=""/>
        <dsp:cNvSpPr/>
      </dsp:nvSpPr>
      <dsp:spPr>
        <a:xfrm>
          <a:off x="4937635" y="2492556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PPT </a:t>
          </a: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및 엑셀 자동 생성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4937635" y="2492556"/>
        <a:ext cx="1566649" cy="1661704"/>
      </dsp:txXfrm>
    </dsp:sp>
    <dsp:sp modelId="{E5538BA2-D511-41EF-9882-47C1E348DC0E}">
      <dsp:nvSpPr>
        <dsp:cNvPr id="0" name=""/>
        <dsp:cNvSpPr/>
      </dsp:nvSpPr>
      <dsp:spPr>
        <a:xfrm>
          <a:off x="5513246" y="1869417"/>
          <a:ext cx="415426" cy="415426"/>
        </a:xfrm>
        <a:prstGeom prst="ellips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28DDD-D47E-4B6F-B405-182419E44690}">
      <dsp:nvSpPr>
        <dsp:cNvPr id="0" name=""/>
        <dsp:cNvSpPr/>
      </dsp:nvSpPr>
      <dsp:spPr>
        <a:xfrm>
          <a:off x="6582616" y="0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편집</a:t>
          </a:r>
          <a:r>
            <a:rPr lang="en-US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/</a:t>
          </a: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검증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6582616" y="0"/>
        <a:ext cx="1566649" cy="1661704"/>
      </dsp:txXfrm>
    </dsp:sp>
    <dsp:sp modelId="{7C528DE1-5457-4C05-A201-C00ACD749C36}">
      <dsp:nvSpPr>
        <dsp:cNvPr id="0" name=""/>
        <dsp:cNvSpPr/>
      </dsp:nvSpPr>
      <dsp:spPr>
        <a:xfrm>
          <a:off x="7158228" y="1869417"/>
          <a:ext cx="415426" cy="415426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4E4C0-C8E6-4D9C-BFB4-9FDF979F96FF}">
      <dsp:nvSpPr>
        <dsp:cNvPr id="0" name=""/>
        <dsp:cNvSpPr/>
      </dsp:nvSpPr>
      <dsp:spPr>
        <a:xfrm>
          <a:off x="8227598" y="2492556"/>
          <a:ext cx="1566649" cy="166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최종 배포</a:t>
          </a:r>
          <a:endParaRPr lang="en-US" sz="22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8227598" y="2492556"/>
        <a:ext cx="1566649" cy="1661704"/>
      </dsp:txXfrm>
    </dsp:sp>
    <dsp:sp modelId="{CC044329-444D-42B0-86D6-6B9F9A809D8B}">
      <dsp:nvSpPr>
        <dsp:cNvPr id="0" name=""/>
        <dsp:cNvSpPr/>
      </dsp:nvSpPr>
      <dsp:spPr>
        <a:xfrm>
          <a:off x="8803209" y="1869417"/>
          <a:ext cx="415426" cy="415426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71F15-CDF3-46E9-B9AB-27E6A7DD2A08}">
      <dsp:nvSpPr>
        <dsp:cNvPr id="0" name=""/>
        <dsp:cNvSpPr/>
      </dsp:nvSpPr>
      <dsp:spPr>
        <a:xfrm>
          <a:off x="820578" y="0"/>
          <a:ext cx="9299892" cy="5153865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37B31-E7AA-4E8E-95F2-D18C8E07DD68}">
      <dsp:nvSpPr>
        <dsp:cNvPr id="0" name=""/>
        <dsp:cNvSpPr/>
      </dsp:nvSpPr>
      <dsp:spPr>
        <a:xfrm>
          <a:off x="5121" y="1546159"/>
          <a:ext cx="2578041" cy="20615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9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 분석</a:t>
          </a:r>
          <a:endParaRPr lang="en-US" sz="3900" kern="120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105757" y="1646795"/>
        <a:ext cx="2376769" cy="1860274"/>
      </dsp:txXfrm>
    </dsp:sp>
    <dsp:sp modelId="{E09638FF-FF04-49EA-A4CD-55EFC36446AD}">
      <dsp:nvSpPr>
        <dsp:cNvPr id="0" name=""/>
        <dsp:cNvSpPr/>
      </dsp:nvSpPr>
      <dsp:spPr>
        <a:xfrm>
          <a:off x="2789376" y="1546159"/>
          <a:ext cx="2578041" cy="2061546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9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 작성</a:t>
          </a:r>
          <a:endParaRPr lang="en-US" sz="3900" kern="120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2890012" y="1646795"/>
        <a:ext cx="2376769" cy="1860274"/>
      </dsp:txXfrm>
    </dsp:sp>
    <dsp:sp modelId="{D0F97D12-15C9-4C9E-9DED-BEA3E2583CAA}">
      <dsp:nvSpPr>
        <dsp:cNvPr id="0" name=""/>
        <dsp:cNvSpPr/>
      </dsp:nvSpPr>
      <dsp:spPr>
        <a:xfrm>
          <a:off x="5573631" y="1546159"/>
          <a:ext cx="2578041" cy="2061546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9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시각 자료 생성</a:t>
          </a:r>
          <a:endParaRPr lang="en-US" sz="3900" kern="120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674267" y="1646795"/>
        <a:ext cx="2376769" cy="1860274"/>
      </dsp:txXfrm>
    </dsp:sp>
    <dsp:sp modelId="{2C0B1AEB-8B9E-4EAC-8B41-B2DD4E301CBF}">
      <dsp:nvSpPr>
        <dsp:cNvPr id="0" name=""/>
        <dsp:cNvSpPr/>
      </dsp:nvSpPr>
      <dsp:spPr>
        <a:xfrm>
          <a:off x="8357886" y="1546159"/>
          <a:ext cx="2578041" cy="206154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900" kern="120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 결과 검증</a:t>
          </a:r>
          <a:endParaRPr lang="en-US" sz="3900" kern="120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8458522" y="1646795"/>
        <a:ext cx="2376769" cy="18602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1D86E-C0AB-486E-A04B-EBDD96A43F48}">
      <dsp:nvSpPr>
        <dsp:cNvPr id="0" name=""/>
        <dsp:cNvSpPr/>
      </dsp:nvSpPr>
      <dsp:spPr>
        <a:xfrm>
          <a:off x="1742" y="1355124"/>
          <a:ext cx="2963615" cy="24443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600" kern="1200" dirty="0"/>
            <a:t>예</a:t>
          </a:r>
          <a:r>
            <a:rPr lang="en-US" sz="1600" kern="1200" dirty="0"/>
            <a:t>) </a:t>
          </a:r>
          <a:r>
            <a:rPr lang="ko-KR" sz="1600" kern="1200" dirty="0"/>
            <a:t>교육 행정 개선</a:t>
          </a:r>
          <a:r>
            <a:rPr lang="en-US" sz="1600" kern="1200" dirty="0"/>
            <a:t>, </a:t>
          </a:r>
          <a:r>
            <a:rPr lang="ko-KR" sz="1600" kern="1200" dirty="0"/>
            <a:t>학생 만족도 분석</a:t>
          </a:r>
          <a:r>
            <a:rPr lang="en-US" sz="1600" kern="1200" dirty="0"/>
            <a:t>, </a:t>
          </a:r>
          <a:r>
            <a:rPr lang="ko-KR" sz="1600" kern="1200" dirty="0"/>
            <a:t>상담 서비스 강화</a:t>
          </a:r>
          <a:r>
            <a:rPr lang="en-US" sz="1600" kern="1200" dirty="0"/>
            <a:t>, </a:t>
          </a:r>
          <a:r>
            <a:rPr lang="ko-KR" sz="1600" kern="1200" dirty="0"/>
            <a:t>취업 지원 확대</a:t>
          </a:r>
          <a:endParaRPr lang="en-US" sz="1600" kern="1200" dirty="0"/>
        </a:p>
      </dsp:txBody>
      <dsp:txXfrm>
        <a:off x="57994" y="1411376"/>
        <a:ext cx="2851111" cy="1808067"/>
      </dsp:txXfrm>
    </dsp:sp>
    <dsp:sp modelId="{BEABA186-DF1E-493C-9236-4E8D49DDA895}">
      <dsp:nvSpPr>
        <dsp:cNvPr id="0" name=""/>
        <dsp:cNvSpPr/>
      </dsp:nvSpPr>
      <dsp:spPr>
        <a:xfrm>
          <a:off x="1655571" y="1895471"/>
          <a:ext cx="3330105" cy="3330105"/>
        </a:xfrm>
        <a:prstGeom prst="leftCircularArrow">
          <a:avLst>
            <a:gd name="adj1" fmla="val 3339"/>
            <a:gd name="adj2" fmla="val 412655"/>
            <a:gd name="adj3" fmla="val 2188165"/>
            <a:gd name="adj4" fmla="val 9024489"/>
            <a:gd name="adj5" fmla="val 389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3CEBB-D6AF-476C-985F-7AE02A7BE497}">
      <dsp:nvSpPr>
        <dsp:cNvPr id="0" name=""/>
        <dsp:cNvSpPr/>
      </dsp:nvSpPr>
      <dsp:spPr>
        <a:xfrm>
          <a:off x="660323" y="3275695"/>
          <a:ext cx="2634325" cy="10475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개념 및 키워드 입력</a:t>
          </a:r>
          <a:endParaRPr lang="en-US" sz="2300" kern="1200" dirty="0"/>
        </a:p>
      </dsp:txBody>
      <dsp:txXfrm>
        <a:off x="691006" y="3306378"/>
        <a:ext cx="2572959" cy="986218"/>
      </dsp:txXfrm>
    </dsp:sp>
    <dsp:sp modelId="{C6C97120-C555-4483-BBE5-5BEC9BA612F1}">
      <dsp:nvSpPr>
        <dsp:cNvPr id="0" name=""/>
        <dsp:cNvSpPr/>
      </dsp:nvSpPr>
      <dsp:spPr>
        <a:xfrm>
          <a:off x="3824071" y="1355124"/>
          <a:ext cx="2963615" cy="24443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Napkin</a:t>
          </a:r>
          <a:r>
            <a:rPr lang="ko-KR" sz="1600" kern="1200"/>
            <a:t>이 입력된 키워드를 자동으로 연결하여 트리형</a:t>
          </a:r>
          <a:r>
            <a:rPr lang="en-US" sz="1600" kern="1200"/>
            <a:t>/</a:t>
          </a:r>
          <a:r>
            <a:rPr lang="ko-KR" sz="1600" kern="1200"/>
            <a:t>네트워크형 구조 제안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600" kern="1200"/>
            <a:t>관련성 높은 개념을 </a:t>
          </a:r>
          <a:r>
            <a:rPr lang="en-US" sz="1600" kern="1200"/>
            <a:t>AI</a:t>
          </a:r>
          <a:r>
            <a:rPr lang="ko-KR" sz="1600" kern="1200"/>
            <a:t>가 제안 </a:t>
          </a:r>
          <a:r>
            <a:rPr lang="en-US" sz="1600" kern="1200"/>
            <a:t>(</a:t>
          </a:r>
          <a:r>
            <a:rPr lang="ko-KR" sz="1600" kern="1200"/>
            <a:t>연관 노트</a:t>
          </a:r>
          <a:r>
            <a:rPr lang="en-US" sz="1600" kern="1200"/>
            <a:t>, </a:t>
          </a:r>
          <a:r>
            <a:rPr lang="ko-KR" sz="1600" kern="1200"/>
            <a:t>추가 링크 등</a:t>
          </a:r>
          <a:r>
            <a:rPr lang="en-US" sz="1600" kern="1200"/>
            <a:t>)</a:t>
          </a:r>
        </a:p>
      </dsp:txBody>
      <dsp:txXfrm>
        <a:off x="3880323" y="1935168"/>
        <a:ext cx="2851111" cy="1808067"/>
      </dsp:txXfrm>
    </dsp:sp>
    <dsp:sp modelId="{49F8C39A-E155-44C2-9DC0-76B84184E29F}">
      <dsp:nvSpPr>
        <dsp:cNvPr id="0" name=""/>
        <dsp:cNvSpPr/>
      </dsp:nvSpPr>
      <dsp:spPr>
        <a:xfrm>
          <a:off x="5453204" y="-166806"/>
          <a:ext cx="3708789" cy="3708789"/>
        </a:xfrm>
        <a:prstGeom prst="circularArrow">
          <a:avLst>
            <a:gd name="adj1" fmla="val 2998"/>
            <a:gd name="adj2" fmla="val 367548"/>
            <a:gd name="adj3" fmla="val 19456941"/>
            <a:gd name="adj4" fmla="val 12575511"/>
            <a:gd name="adj5" fmla="val 349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C0FEC-8B41-4165-BC01-6110194F0B2A}">
      <dsp:nvSpPr>
        <dsp:cNvPr id="0" name=""/>
        <dsp:cNvSpPr/>
      </dsp:nvSpPr>
      <dsp:spPr>
        <a:xfrm>
          <a:off x="4482653" y="831332"/>
          <a:ext cx="2634325" cy="104758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자동 관계도 생성</a:t>
          </a:r>
          <a:endParaRPr lang="en-US" sz="2300" kern="1200" dirty="0"/>
        </a:p>
      </dsp:txBody>
      <dsp:txXfrm>
        <a:off x="4513336" y="862015"/>
        <a:ext cx="2572959" cy="986218"/>
      </dsp:txXfrm>
    </dsp:sp>
    <dsp:sp modelId="{C864EE7B-7F8B-476F-8E50-4A5A50EC9B37}">
      <dsp:nvSpPr>
        <dsp:cNvPr id="0" name=""/>
        <dsp:cNvSpPr/>
      </dsp:nvSpPr>
      <dsp:spPr>
        <a:xfrm>
          <a:off x="7646401" y="1355124"/>
          <a:ext cx="2963615" cy="24443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600" kern="1200" dirty="0" err="1"/>
            <a:t>관계선</a:t>
          </a:r>
          <a:r>
            <a:rPr lang="ko-KR" sz="1600" kern="1200" dirty="0"/>
            <a:t> 수정</a:t>
          </a:r>
          <a:r>
            <a:rPr lang="en-US" sz="1600" kern="1200" dirty="0"/>
            <a:t>, </a:t>
          </a:r>
          <a:r>
            <a:rPr lang="ko-KR" sz="1600" kern="1200" dirty="0"/>
            <a:t>추가 코멘트 작성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600" kern="1200" dirty="0"/>
            <a:t>외부 문서 </a:t>
          </a:r>
          <a:r>
            <a:rPr lang="en-US" sz="1600" kern="1200" dirty="0"/>
            <a:t>(</a:t>
          </a:r>
          <a:r>
            <a:rPr lang="ko-KR" sz="1600" kern="1200" dirty="0"/>
            <a:t>예</a:t>
          </a:r>
          <a:r>
            <a:rPr lang="en-US" sz="1600" kern="1200" dirty="0"/>
            <a:t>: PDF </a:t>
          </a:r>
          <a:r>
            <a:rPr lang="ko-KR" sz="1600" kern="1200" dirty="0"/>
            <a:t>보고서</a:t>
          </a:r>
          <a:r>
            <a:rPr lang="en-US" sz="1600" kern="1200" dirty="0"/>
            <a:t>, AI </a:t>
          </a:r>
          <a:r>
            <a:rPr lang="ko-KR" sz="1600" kern="1200" dirty="0"/>
            <a:t>분석 요약</a:t>
          </a:r>
          <a:r>
            <a:rPr lang="en-US" sz="1600" kern="1200" dirty="0"/>
            <a:t>)</a:t>
          </a:r>
          <a:r>
            <a:rPr lang="ko-KR" sz="1600" kern="1200" dirty="0"/>
            <a:t>와 링크</a:t>
          </a:r>
          <a:endParaRPr lang="en-US" sz="1600" kern="1200" dirty="0"/>
        </a:p>
      </dsp:txBody>
      <dsp:txXfrm>
        <a:off x="7702653" y="1411376"/>
        <a:ext cx="2851111" cy="1808067"/>
      </dsp:txXfrm>
    </dsp:sp>
    <dsp:sp modelId="{0C2E5393-2420-4032-93EF-4A2C1812CB3C}">
      <dsp:nvSpPr>
        <dsp:cNvPr id="0" name=""/>
        <dsp:cNvSpPr/>
      </dsp:nvSpPr>
      <dsp:spPr>
        <a:xfrm>
          <a:off x="8304982" y="3275695"/>
          <a:ext cx="2634325" cy="104758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편집 및 상세화</a:t>
          </a:r>
          <a:endParaRPr lang="en-US" sz="2300" kern="1200" dirty="0"/>
        </a:p>
      </dsp:txBody>
      <dsp:txXfrm>
        <a:off x="8335665" y="3306378"/>
        <a:ext cx="2572959" cy="9862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E27A0-5AE8-4705-ABF0-B82561010926}">
      <dsp:nvSpPr>
        <dsp:cNvPr id="0" name=""/>
        <dsp:cNvSpPr/>
      </dsp:nvSpPr>
      <dsp:spPr>
        <a:xfrm>
          <a:off x="5117" y="1996171"/>
          <a:ext cx="2408847" cy="929815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BB41-2DE6-4CB2-B981-D276D0888575}">
      <dsp:nvSpPr>
        <dsp:cNvPr id="0" name=""/>
        <dsp:cNvSpPr/>
      </dsp:nvSpPr>
      <dsp:spPr>
        <a:xfrm>
          <a:off x="647477" y="2228625"/>
          <a:ext cx="2034137" cy="929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 dirty="0"/>
            <a:t>핵심 아이디어 입력</a:t>
          </a:r>
          <a:endParaRPr lang="en-US" sz="1600" kern="1200" dirty="0"/>
        </a:p>
      </dsp:txBody>
      <dsp:txXfrm>
        <a:off x="674710" y="2255858"/>
        <a:ext cx="1979671" cy="875349"/>
      </dsp:txXfrm>
    </dsp:sp>
    <dsp:sp modelId="{E6031B95-BB74-4D04-9805-17C66C22B2A3}">
      <dsp:nvSpPr>
        <dsp:cNvPr id="0" name=""/>
        <dsp:cNvSpPr/>
      </dsp:nvSpPr>
      <dsp:spPr>
        <a:xfrm>
          <a:off x="2756556" y="1996171"/>
          <a:ext cx="2408847" cy="929815"/>
        </a:xfrm>
        <a:prstGeom prst="chevron">
          <a:avLst>
            <a:gd name="adj" fmla="val 4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7E5D5-1533-4781-A2F7-A026A727E456}">
      <dsp:nvSpPr>
        <dsp:cNvPr id="0" name=""/>
        <dsp:cNvSpPr/>
      </dsp:nvSpPr>
      <dsp:spPr>
        <a:xfrm>
          <a:off x="3398916" y="2228625"/>
          <a:ext cx="2034137" cy="929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 dirty="0"/>
            <a:t>자동 구조화 </a:t>
          </a:r>
          <a:r>
            <a:rPr lang="en-US" sz="1600" kern="1200" dirty="0"/>
            <a:t>(</a:t>
          </a:r>
          <a:r>
            <a:rPr lang="ko-KR" sz="1600" kern="1200" dirty="0"/>
            <a:t>목차</a:t>
          </a:r>
          <a:r>
            <a:rPr lang="en-US" sz="1600" kern="1200" dirty="0"/>
            <a:t>, </a:t>
          </a:r>
          <a:r>
            <a:rPr lang="ko-KR" sz="1600" kern="1200" dirty="0"/>
            <a:t>개요</a:t>
          </a:r>
          <a:r>
            <a:rPr lang="en-US" sz="1600" kern="1200" dirty="0"/>
            <a:t>, </a:t>
          </a:r>
          <a:r>
            <a:rPr lang="ko-KR" sz="1600" kern="1200" dirty="0"/>
            <a:t>세부 내용</a:t>
          </a:r>
          <a:r>
            <a:rPr lang="en-US" sz="1600" kern="1200" dirty="0"/>
            <a:t>)</a:t>
          </a:r>
        </a:p>
      </dsp:txBody>
      <dsp:txXfrm>
        <a:off x="3426149" y="2255858"/>
        <a:ext cx="1979671" cy="875349"/>
      </dsp:txXfrm>
    </dsp:sp>
    <dsp:sp modelId="{A9965866-65C1-476E-B2CA-04C2E07B6871}">
      <dsp:nvSpPr>
        <dsp:cNvPr id="0" name=""/>
        <dsp:cNvSpPr/>
      </dsp:nvSpPr>
      <dsp:spPr>
        <a:xfrm>
          <a:off x="5507995" y="1996171"/>
          <a:ext cx="2408847" cy="929815"/>
        </a:xfrm>
        <a:prstGeom prst="chevron">
          <a:avLst>
            <a:gd name="adj" fmla="val 4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D0403-5E3A-4DF7-9AF9-1DC1F0DE1D75}">
      <dsp:nvSpPr>
        <dsp:cNvPr id="0" name=""/>
        <dsp:cNvSpPr/>
      </dsp:nvSpPr>
      <dsp:spPr>
        <a:xfrm>
          <a:off x="6150355" y="2228625"/>
          <a:ext cx="2034137" cy="929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 dirty="0"/>
            <a:t>디자인 및 이미지 자동 추천</a:t>
          </a:r>
          <a:endParaRPr lang="en-US" sz="1600" kern="1200" dirty="0"/>
        </a:p>
      </dsp:txBody>
      <dsp:txXfrm>
        <a:off x="6177588" y="2255858"/>
        <a:ext cx="1979671" cy="875349"/>
      </dsp:txXfrm>
    </dsp:sp>
    <dsp:sp modelId="{F38E2B5C-84CC-4D17-B61D-5D4C9CA25591}">
      <dsp:nvSpPr>
        <dsp:cNvPr id="0" name=""/>
        <dsp:cNvSpPr/>
      </dsp:nvSpPr>
      <dsp:spPr>
        <a:xfrm>
          <a:off x="8259434" y="1996171"/>
          <a:ext cx="2408847" cy="929815"/>
        </a:xfrm>
        <a:prstGeom prst="chevron">
          <a:avLst>
            <a:gd name="adj" fmla="val 4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19EB8-3A8A-4B89-8C79-7492EE06F691}">
      <dsp:nvSpPr>
        <dsp:cNvPr id="0" name=""/>
        <dsp:cNvSpPr/>
      </dsp:nvSpPr>
      <dsp:spPr>
        <a:xfrm>
          <a:off x="8901794" y="2228625"/>
          <a:ext cx="2034137" cy="929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AI </a:t>
          </a:r>
          <a:r>
            <a:rPr lang="ko-KR" sz="1600" kern="1200" dirty="0"/>
            <a:t>제안 문장 → 즉시 적용</a:t>
          </a:r>
          <a:endParaRPr lang="en-US" sz="1600" kern="1200" dirty="0"/>
        </a:p>
      </dsp:txBody>
      <dsp:txXfrm>
        <a:off x="8929027" y="2255858"/>
        <a:ext cx="1979671" cy="87534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7217E-7397-4261-B93A-5FB3D27EA1B1}">
      <dsp:nvSpPr>
        <dsp:cNvPr id="0" name=""/>
        <dsp:cNvSpPr/>
      </dsp:nvSpPr>
      <dsp:spPr>
        <a:xfrm>
          <a:off x="4" y="0"/>
          <a:ext cx="2733802" cy="4864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ChatGPT &amp; Goover</a:t>
          </a:r>
          <a:r>
            <a:rPr lang="ko-KR" sz="1300" kern="1200"/>
            <a:t>로 초안 작성</a:t>
          </a:r>
          <a:endParaRPr lang="en-US" sz="1300" kern="1200"/>
        </a:p>
      </dsp:txBody>
      <dsp:txXfrm>
        <a:off x="14252" y="14248"/>
        <a:ext cx="2705306" cy="457957"/>
      </dsp:txXfrm>
    </dsp:sp>
    <dsp:sp modelId="{212B2464-4477-4AC6-BDA1-6EA9CAC6DF93}">
      <dsp:nvSpPr>
        <dsp:cNvPr id="0" name=""/>
        <dsp:cNvSpPr/>
      </dsp:nvSpPr>
      <dsp:spPr>
        <a:xfrm>
          <a:off x="3009473" y="0"/>
          <a:ext cx="584411" cy="4864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009473" y="97291"/>
        <a:ext cx="438475" cy="291871"/>
      </dsp:txXfrm>
    </dsp:sp>
    <dsp:sp modelId="{1197D601-5C37-4F97-987E-075A7DCD933E}">
      <dsp:nvSpPr>
        <dsp:cNvPr id="0" name=""/>
        <dsp:cNvSpPr/>
      </dsp:nvSpPr>
      <dsp:spPr>
        <a:xfrm>
          <a:off x="3836470" y="0"/>
          <a:ext cx="2733802" cy="486453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Napkin</a:t>
          </a:r>
          <a:r>
            <a:rPr lang="ko-KR" sz="1300" kern="1200"/>
            <a:t>에 핵심 개념 입력 및 구조화</a:t>
          </a:r>
          <a:endParaRPr lang="en-US" sz="1300" kern="1200"/>
        </a:p>
      </dsp:txBody>
      <dsp:txXfrm>
        <a:off x="3850718" y="14248"/>
        <a:ext cx="2705306" cy="457957"/>
      </dsp:txXfrm>
    </dsp:sp>
    <dsp:sp modelId="{858918C6-FCCA-4E2E-BA7B-6A8409C84FB9}">
      <dsp:nvSpPr>
        <dsp:cNvPr id="0" name=""/>
        <dsp:cNvSpPr/>
      </dsp:nvSpPr>
      <dsp:spPr>
        <a:xfrm>
          <a:off x="6843653" y="0"/>
          <a:ext cx="579566" cy="4864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843653" y="97291"/>
        <a:ext cx="433630" cy="291871"/>
      </dsp:txXfrm>
    </dsp:sp>
    <dsp:sp modelId="{41823CE2-B5D4-425A-A7C7-19A4E0133E01}">
      <dsp:nvSpPr>
        <dsp:cNvPr id="0" name=""/>
        <dsp:cNvSpPr/>
      </dsp:nvSpPr>
      <dsp:spPr>
        <a:xfrm>
          <a:off x="7663794" y="0"/>
          <a:ext cx="2733802" cy="486453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PDF/PNG</a:t>
          </a:r>
          <a:r>
            <a:rPr lang="ko-KR" sz="1300" kern="1200" dirty="0"/>
            <a:t>로 내보내어 보고서에 삽입</a:t>
          </a:r>
          <a:endParaRPr lang="en-US" sz="1300" kern="1200" dirty="0"/>
        </a:p>
      </dsp:txBody>
      <dsp:txXfrm>
        <a:off x="7678042" y="14248"/>
        <a:ext cx="2705306" cy="4579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97D51-456B-46FF-AD64-EADD8124D039}">
      <dsp:nvSpPr>
        <dsp:cNvPr id="0" name=""/>
        <dsp:cNvSpPr/>
      </dsp:nvSpPr>
      <dsp:spPr>
        <a:xfrm>
          <a:off x="8179055" y="911641"/>
          <a:ext cx="1859433" cy="18597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5A28B-6874-4A12-B221-D685650F6B45}">
      <dsp:nvSpPr>
        <dsp:cNvPr id="0" name=""/>
        <dsp:cNvSpPr/>
      </dsp:nvSpPr>
      <dsp:spPr>
        <a:xfrm>
          <a:off x="8240409" y="973643"/>
          <a:ext cx="1735734" cy="17357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발송</a:t>
          </a:r>
          <a:endParaRPr lang="en-US" sz="2200" kern="1200"/>
        </a:p>
      </dsp:txBody>
      <dsp:txXfrm>
        <a:off x="8488795" y="1221652"/>
        <a:ext cx="1239951" cy="1239716"/>
      </dsp:txXfrm>
    </dsp:sp>
    <dsp:sp modelId="{33C6751D-32A4-490E-81B6-6D8D431F2DDF}">
      <dsp:nvSpPr>
        <dsp:cNvPr id="0" name=""/>
        <dsp:cNvSpPr/>
      </dsp:nvSpPr>
      <dsp:spPr>
        <a:xfrm rot="2700000">
          <a:off x="6256396" y="911737"/>
          <a:ext cx="1859218" cy="1859218"/>
        </a:xfrm>
        <a:prstGeom prst="teardrop">
          <a:avLst>
            <a:gd name="adj" fmla="val 10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4FDA9-1218-47FB-90E5-E3C2C0C3AA65}">
      <dsp:nvSpPr>
        <dsp:cNvPr id="0" name=""/>
        <dsp:cNvSpPr/>
      </dsp:nvSpPr>
      <dsp:spPr>
        <a:xfrm>
          <a:off x="6319622" y="973643"/>
          <a:ext cx="1735734" cy="17357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/>
            <a:t>검토</a:t>
          </a:r>
          <a:endParaRPr lang="en-US" sz="2200" kern="1200"/>
        </a:p>
      </dsp:txBody>
      <dsp:txXfrm>
        <a:off x="6567018" y="1221652"/>
        <a:ext cx="1239951" cy="1239716"/>
      </dsp:txXfrm>
    </dsp:sp>
    <dsp:sp modelId="{FDDB4123-AF50-4D76-AE32-8087166BCD8F}">
      <dsp:nvSpPr>
        <dsp:cNvPr id="0" name=""/>
        <dsp:cNvSpPr/>
      </dsp:nvSpPr>
      <dsp:spPr>
        <a:xfrm rot="2700000">
          <a:off x="4335608" y="911737"/>
          <a:ext cx="1859218" cy="1859218"/>
        </a:xfrm>
        <a:prstGeom prst="teardrop">
          <a:avLst>
            <a:gd name="adj" fmla="val 10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5F1B2-663D-4B73-B927-44E8231452A5}">
      <dsp:nvSpPr>
        <dsp:cNvPr id="0" name=""/>
        <dsp:cNvSpPr/>
      </dsp:nvSpPr>
      <dsp:spPr>
        <a:xfrm>
          <a:off x="4397844" y="973643"/>
          <a:ext cx="1735734" cy="17357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자동 답변 초안 작성</a:t>
          </a:r>
          <a:endParaRPr lang="en-US" sz="2200" kern="1200" dirty="0"/>
        </a:p>
      </dsp:txBody>
      <dsp:txXfrm>
        <a:off x="4645241" y="1221652"/>
        <a:ext cx="1239951" cy="1239716"/>
      </dsp:txXfrm>
    </dsp:sp>
    <dsp:sp modelId="{5C00099C-ABC6-44AE-9796-B60D48C208A8}">
      <dsp:nvSpPr>
        <dsp:cNvPr id="0" name=""/>
        <dsp:cNvSpPr/>
      </dsp:nvSpPr>
      <dsp:spPr>
        <a:xfrm rot="2700000">
          <a:off x="2413831" y="911737"/>
          <a:ext cx="1859218" cy="1859218"/>
        </a:xfrm>
        <a:prstGeom prst="teardrop">
          <a:avLst>
            <a:gd name="adj" fmla="val 10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BB26B-E4BD-43C2-AEF8-F466B5F97316}">
      <dsp:nvSpPr>
        <dsp:cNvPr id="0" name=""/>
        <dsp:cNvSpPr/>
      </dsp:nvSpPr>
      <dsp:spPr>
        <a:xfrm>
          <a:off x="2476067" y="973643"/>
          <a:ext cx="1735734" cy="17357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AI by Zapier</a:t>
          </a:r>
        </a:p>
      </dsp:txBody>
      <dsp:txXfrm>
        <a:off x="2724454" y="1221652"/>
        <a:ext cx="1239951" cy="1239716"/>
      </dsp:txXfrm>
    </dsp:sp>
    <dsp:sp modelId="{E4EA8F53-A263-4195-A66E-34C8743FCA9A}">
      <dsp:nvSpPr>
        <dsp:cNvPr id="0" name=""/>
        <dsp:cNvSpPr/>
      </dsp:nvSpPr>
      <dsp:spPr>
        <a:xfrm rot="2700000">
          <a:off x="492054" y="911737"/>
          <a:ext cx="1859218" cy="1859218"/>
        </a:xfrm>
        <a:prstGeom prst="teardrop">
          <a:avLst>
            <a:gd name="adj" fmla="val 10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584C9-61F1-405F-BFB3-AE9CD46484AE}">
      <dsp:nvSpPr>
        <dsp:cNvPr id="0" name=""/>
        <dsp:cNvSpPr/>
      </dsp:nvSpPr>
      <dsp:spPr>
        <a:xfrm>
          <a:off x="554290" y="973643"/>
          <a:ext cx="1735734" cy="17357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이메일 수신</a:t>
          </a:r>
          <a:endParaRPr lang="en-US" sz="2200" kern="1200" dirty="0"/>
        </a:p>
      </dsp:txBody>
      <dsp:txXfrm>
        <a:off x="802676" y="1221652"/>
        <a:ext cx="1239951" cy="1239716"/>
      </dsp:txXfrm>
    </dsp:sp>
    <dsp:sp modelId="{8ED69A7C-A9B5-4557-B138-F9A43B2A488F}">
      <dsp:nvSpPr>
        <dsp:cNvPr id="0" name=""/>
        <dsp:cNvSpPr/>
      </dsp:nvSpPr>
      <dsp:spPr>
        <a:xfrm>
          <a:off x="554290" y="2805643"/>
          <a:ext cx="1735734" cy="1019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900" kern="1200" dirty="0"/>
            <a:t>외부 시스템</a:t>
          </a:r>
          <a:r>
            <a:rPr lang="en-US" altLang="ko-KR" sz="900" kern="1200" dirty="0"/>
            <a:t>(</a:t>
          </a:r>
          <a:r>
            <a:rPr lang="ko-KR" altLang="en-US" sz="900" kern="1200" dirty="0"/>
            <a:t>예</a:t>
          </a:r>
          <a:r>
            <a:rPr lang="en-US" altLang="ko-KR" sz="900" kern="1200" dirty="0"/>
            <a:t>: </a:t>
          </a:r>
          <a:r>
            <a:rPr lang="ko-KR" altLang="en-US" sz="900" kern="1200" dirty="0"/>
            <a:t>이메일 서버</a:t>
          </a:r>
          <a:r>
            <a:rPr lang="en-US" altLang="ko-KR" sz="900" kern="1200" dirty="0"/>
            <a:t>, </a:t>
          </a:r>
          <a:r>
            <a:rPr lang="ko-KR" altLang="en-US" sz="900" kern="1200" dirty="0"/>
            <a:t>데이터베이스</a:t>
          </a:r>
          <a:r>
            <a:rPr lang="en-US" altLang="ko-KR" sz="900" kern="1200" dirty="0"/>
            <a:t>, CRM)</a:t>
          </a:r>
          <a:r>
            <a:rPr lang="ko-KR" altLang="en-US" sz="900" kern="1200" dirty="0"/>
            <a:t>과 연동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900" kern="1200" dirty="0"/>
            <a:t>예</a:t>
          </a:r>
          <a:r>
            <a:rPr lang="en-US" altLang="ko-KR" sz="900" kern="1200" dirty="0"/>
            <a:t>: Zapier, Make, Slack Bot, Google Apps Script </a:t>
          </a:r>
          <a:r>
            <a:rPr lang="ko-KR" altLang="en-US" sz="900" kern="1200" dirty="0"/>
            <a:t>등과 결합</a:t>
          </a:r>
        </a:p>
      </dsp:txBody>
      <dsp:txXfrm>
        <a:off x="554290" y="2805643"/>
        <a:ext cx="1735734" cy="1019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7895AC-283E-0AC0-2427-7E7D463EE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17A75-8CAF-08F0-2BF6-B84FF438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CD1A3-7324-4EAF-AA62-1886360CE19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918E4-62F8-971E-221B-A429D8FB72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10B5C-31DA-FFB8-96BF-4643744676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10CE8-203C-4F3C-9B01-4B12EED6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40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C9257-8587-44C9-8E60-55DF048BAC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068A2-42FE-4F8A-946F-EC43CCFCA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AI </a:t>
            </a:r>
            <a:r>
              <a:rPr lang="ko-KR" altLang="en-US" dirty="0"/>
              <a:t>기반 기획안 작성</a:t>
            </a:r>
            <a:r>
              <a:rPr lang="en-US" altLang="ko-KR" dirty="0"/>
              <a:t>, </a:t>
            </a:r>
            <a:r>
              <a:rPr lang="ko-KR" altLang="en-US" dirty="0"/>
              <a:t>분석 자동화</a:t>
            </a:r>
            <a:r>
              <a:rPr lang="en-US" altLang="ko-KR" dirty="0"/>
              <a:t>, </a:t>
            </a:r>
            <a:r>
              <a:rPr lang="ko-KR" altLang="en-US" dirty="0"/>
              <a:t>보고서 자동화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2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4336-8D0B-1061-EE07-6D1D09A8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E2C48-96DE-7E1D-53DA-383D41947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B24ED-DAEB-3D43-1219-A27DD76FF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DA3A-2820-89FF-671F-F8AC03A8A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4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76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MS Word</a:t>
            </a:r>
            <a:r>
              <a:rPr lang="ko-KR" altLang="en-US" b="0" dirty="0"/>
              <a:t>에서 공문 템플릿 저장 및 재사용 방법</a:t>
            </a:r>
            <a:r>
              <a:rPr lang="en-US" altLang="ko-KR" b="0" dirty="0"/>
              <a:t>: </a:t>
            </a:r>
            <a:r>
              <a:rPr lang="ko-KR" altLang="en-US" b="0" dirty="0"/>
              <a:t>서식 파일</a:t>
            </a:r>
            <a:r>
              <a:rPr lang="en-US" altLang="ko-KR" b="0" dirty="0"/>
              <a:t>(Template)</a:t>
            </a:r>
            <a:r>
              <a:rPr lang="ko-KR" altLang="en-US" b="0" dirty="0"/>
              <a:t>로 저장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b="0" dirty="0"/>
              <a:t>1. ChatGPT</a:t>
            </a:r>
            <a:r>
              <a:rPr lang="ko-KR" altLang="en-US" b="0" dirty="0"/>
              <a:t>에서 공문 기본 양식 작성</a:t>
            </a:r>
          </a:p>
          <a:p>
            <a:r>
              <a:rPr lang="en-US" altLang="ko-KR" b="0" dirty="0"/>
              <a:t>2. </a:t>
            </a:r>
            <a:r>
              <a:rPr lang="ko-KR" altLang="en-US" b="0" dirty="0"/>
              <a:t>파일 </a:t>
            </a:r>
            <a:r>
              <a:rPr lang="en-US" altLang="ko-KR" b="0" dirty="0"/>
              <a:t>&gt; </a:t>
            </a:r>
            <a:r>
              <a:rPr lang="ko-KR" altLang="en-US" b="0" dirty="0"/>
              <a:t>다른 이름으로 저장</a:t>
            </a:r>
            <a:r>
              <a:rPr lang="en-US" altLang="ko-KR" b="0" dirty="0"/>
              <a:t>. </a:t>
            </a:r>
            <a:r>
              <a:rPr lang="ko-KR" altLang="en-US" b="0" dirty="0"/>
              <a:t>파일 형식에서 </a:t>
            </a:r>
            <a:r>
              <a:rPr lang="en-US" altLang="ko-KR" b="0" dirty="0"/>
              <a:t>"Word </a:t>
            </a:r>
            <a:r>
              <a:rPr lang="ko-KR" altLang="en-US" b="0" dirty="0"/>
              <a:t>서식 파일 </a:t>
            </a:r>
            <a:r>
              <a:rPr lang="en-US" altLang="ko-KR" b="0" dirty="0"/>
              <a:t>(*.</a:t>
            </a:r>
            <a:r>
              <a:rPr lang="en-US" altLang="ko-KR" b="0" dirty="0" err="1"/>
              <a:t>dotx</a:t>
            </a:r>
            <a:r>
              <a:rPr lang="en-US" altLang="ko-KR" b="0" dirty="0"/>
              <a:t>)"</a:t>
            </a:r>
            <a:r>
              <a:rPr lang="ko-KR" altLang="en-US" b="0" dirty="0"/>
              <a:t> 선택 </a:t>
            </a:r>
            <a:r>
              <a:rPr lang="en-US" altLang="ko-KR" b="0" dirty="0"/>
              <a:t>(Go to recommended folder)</a:t>
            </a:r>
            <a:endParaRPr lang="ko-KR" altLang="en-US" b="0" dirty="0"/>
          </a:p>
          <a:p>
            <a:r>
              <a:rPr lang="ko-KR" altLang="en-US" b="0" dirty="0"/>
              <a:t>저장 위치</a:t>
            </a:r>
            <a:r>
              <a:rPr lang="en-US" altLang="ko-KR" b="0" dirty="0"/>
              <a:t>: C:\Users\USER\Documents\Custom Office Templates</a:t>
            </a:r>
          </a:p>
          <a:p>
            <a:r>
              <a:rPr lang="en-US" altLang="ko-KR" b="0" dirty="0"/>
              <a:t>3. Word </a:t>
            </a:r>
            <a:r>
              <a:rPr lang="ko-KR" altLang="en-US" b="0" dirty="0"/>
              <a:t>실행 시 파일 </a:t>
            </a:r>
            <a:r>
              <a:rPr lang="en-US" altLang="ko-KR" b="0" dirty="0"/>
              <a:t>&gt; </a:t>
            </a:r>
            <a:r>
              <a:rPr lang="ko-KR" altLang="en-US" b="0" dirty="0"/>
              <a:t>새로 만들기 </a:t>
            </a:r>
            <a:r>
              <a:rPr lang="en-US" altLang="ko-KR" b="0" dirty="0"/>
              <a:t>&gt; </a:t>
            </a:r>
            <a:r>
              <a:rPr lang="ko-KR" altLang="en-US" b="0" dirty="0"/>
              <a:t>사용자 템플릿 </a:t>
            </a:r>
            <a:r>
              <a:rPr lang="en-US" altLang="ko-KR" b="0" dirty="0"/>
              <a:t>(Personal)</a:t>
            </a:r>
            <a:r>
              <a:rPr lang="ko-KR" altLang="en-US" b="0" dirty="0"/>
              <a:t>에서 선택 가능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52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https://www.tablesgenerator.com/markdown_tables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8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행정문서 실습자료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9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09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95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5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0" dirty="0"/>
              <a:t>Provide Context. </a:t>
            </a:r>
            <a:r>
              <a:rPr lang="ko-KR" altLang="en-US" sz="4800" b="0" dirty="0"/>
              <a:t>컨텍스트 제공</a:t>
            </a:r>
            <a:endParaRPr lang="en-US" sz="48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Begin the prompt with relevant context or background information to guide the model's understanding of the conversation topic. Clear context helps ChatGPT generate more relevant responses.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대화 주제의 이해를 돕기 위해 프롬프트를 관련된 맥락이나 배경 정보로 시작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명확한 맥락은 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ChatGPT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가 더 관련성 있는 응답을 생성하는 데 도움이 </a:t>
            </a:r>
            <a:r>
              <a:rPr lang="ko-KR" altLang="en-US" sz="2200" b="0" dirty="0">
                <a:highlight>
                  <a:srgbClr val="FFFFFF"/>
                </a:highlight>
                <a:latin typeface="ui-sans-serif"/>
              </a:rPr>
              <a:t>됨</a:t>
            </a:r>
            <a:endParaRPr lang="en-US" altLang="ko-KR" sz="2200" b="0" dirty="0"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Example </a:t>
            </a: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"You're planning a vacation to Italy. Ask ChatGPT for recommendations on must-visit attractions in Rome."</a:t>
            </a:r>
            <a:endParaRPr lang="en-US" altLang="ko-KR" sz="22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lvl="0"/>
            <a:r>
              <a:rPr lang="en-US" b="0" dirty="0"/>
              <a:t>Ask Specific Questions. </a:t>
            </a:r>
            <a:r>
              <a:rPr lang="ko-KR" altLang="en-US" b="0" dirty="0"/>
              <a:t>구체적인 질문</a:t>
            </a:r>
            <a:endParaRPr lang="en-US" altLang="ko-K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Frame questions in a clear and specific manner to elicit informative responses. Avoid ambiguous or open-ended questions that may confuse the model.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정보를 얻기 위해 명확하고 구체적으로 질문을 구성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모호하거나 개방적인 질문은 모델을 혼란스럽게 할 수 있으므로 피함</a:t>
            </a:r>
            <a:endParaRPr lang="en-US" altLang="ko-KR" sz="22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highlight>
                  <a:srgbClr val="FFFFFF"/>
                </a:highlight>
                <a:latin typeface="ui-sans-serif"/>
              </a:rPr>
              <a:t>Example </a:t>
            </a: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"What are the top three tourist attractions in Paris, France? Provide details about each attraction."</a:t>
            </a:r>
            <a:endParaRPr lang="en-US" sz="2200" b="0" dirty="0"/>
          </a:p>
          <a:p>
            <a:pPr lvl="0"/>
            <a:r>
              <a:rPr lang="en-US" b="0" dirty="0"/>
              <a:t>Use Examples. </a:t>
            </a:r>
            <a:r>
              <a:rPr lang="ko-KR" altLang="en-US" b="0" dirty="0"/>
              <a:t>예시를 사용</a:t>
            </a:r>
            <a:endParaRPr lang="en-US" altLang="ko-K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Include examples or sample dialogues within the prompt to illustrate the type of response expected from ChatGPT. This helps the model understand the desired conversational tone and style. </a:t>
            </a:r>
            <a:r>
              <a:rPr lang="en-US" sz="2200" b="0" dirty="0" err="1"/>
              <a:t>c</a:t>
            </a:r>
            <a:r>
              <a:rPr lang="en-US" altLang="ko-KR" sz="2200" b="0" i="0" dirty="0" err="1">
                <a:effectLst/>
                <a:highlight>
                  <a:srgbClr val="FFFFFF"/>
                </a:highlight>
                <a:latin typeface="ui-sans-serif"/>
              </a:rPr>
              <a:t>hatGPT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가 예상되는 응답 유형으로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대답하기 위해 프롬프트에 예시나 샘플 대화를 포함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모델이 원하는 대화 톤과 스타일을 이해하는 데 도움이 됨</a:t>
            </a:r>
            <a:endParaRPr lang="en-US" altLang="ko-KR" sz="22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Example 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"ChatGPT, imagine you're a travel agent. A customer asks, 'What's the best time to visit Hawaii?' How would you respond to them?"</a:t>
            </a:r>
            <a:endParaRPr lang="en-US" b="0" dirty="0"/>
          </a:p>
          <a:p>
            <a:pPr lvl="0"/>
            <a:r>
              <a:rPr lang="en-US" b="0" dirty="0"/>
              <a:t>Guide the Flow. </a:t>
            </a:r>
            <a:r>
              <a:rPr lang="ko-KR" altLang="en-US" b="0" dirty="0"/>
              <a:t>흐름을 안내</a:t>
            </a:r>
            <a:endParaRPr lang="en-US" altLang="ko-K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Structure the prompt to guide the flow of conversation, providing cues for ChatGPT on how to continue the dialogue or respond to user inputs.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대화 흐름을 안내하기 위해 프롬프트를 </a:t>
            </a:r>
            <a:r>
              <a:rPr lang="ko-KR" altLang="en-US" sz="2200" b="0" i="0" dirty="0" err="1">
                <a:effectLst/>
                <a:highlight>
                  <a:srgbClr val="FFFFFF"/>
                </a:highlight>
                <a:latin typeface="ui-sans-serif"/>
              </a:rPr>
              <a:t>구조화하여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 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ChatGPT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에게 대화를 계속하거나 사용자 입력에 응답하는 방법에 대한 신호를 제공</a:t>
            </a:r>
            <a:endParaRPr lang="en-US" altLang="ko-KR" sz="22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Example 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"Start a conversation with ChatGPT about your favorite hobbies. Ask about its interests and share your own.“</a:t>
            </a:r>
            <a:endParaRPr lang="en-US" b="0" dirty="0"/>
          </a:p>
          <a:p>
            <a:pPr lvl="0"/>
            <a:r>
              <a:rPr lang="en-US" b="0" dirty="0"/>
              <a:t>Provide Constraints. </a:t>
            </a:r>
            <a:r>
              <a:rPr lang="ko-KR" altLang="en-US" b="0" dirty="0"/>
              <a:t>제약 조건을 제공</a:t>
            </a:r>
            <a:endParaRPr lang="en-US" altLang="ko-K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Include constraints or guidelines within the prompt to steer ChatGPT towards generating responses that meet specific criteria, such as staying on topic or maintaining a certain level of formality.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특정 기준을 충족하는 응답을 생성하도록 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ChatGPT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를 유도하기 위해 프롬프트에 제한 사항이나 지침을 포함</a:t>
            </a:r>
            <a:r>
              <a:rPr lang="en-US" altLang="ko-KR" sz="2200" b="0" i="0" dirty="0">
                <a:effectLst/>
                <a:highlight>
                  <a:srgbClr val="FFFFFF"/>
                </a:highlight>
                <a:latin typeface="ui-sans-serif"/>
              </a:rPr>
              <a:t>. </a:t>
            </a:r>
            <a:r>
              <a:rPr lang="ko-KR" altLang="en-US" sz="2200" b="0" i="0" dirty="0">
                <a:effectLst/>
                <a:highlight>
                  <a:srgbClr val="FFFFFF"/>
                </a:highlight>
                <a:latin typeface="ui-sans-serif"/>
              </a:rPr>
              <a:t>주제를 유지하거나 특정 수준의 형식을 유지하는 등의 조건을 포함할 수 있음</a:t>
            </a:r>
            <a:endParaRPr lang="en-US" altLang="ko-KR" sz="22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highlight>
                  <a:srgbClr val="FFFFFF"/>
                </a:highlight>
                <a:latin typeface="ui-sans-serif"/>
              </a:rPr>
              <a:t>Example </a:t>
            </a: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Prompt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ui-sans-serif"/>
              </a:rPr>
              <a:t>"ChatGPT, discuss the benefits of renewable energy sources while ensuring that responses are fact-based and avoid speculative claims."</a:t>
            </a:r>
            <a:endParaRPr lang="en-US" sz="2200" b="0" dirty="0"/>
          </a:p>
          <a:p>
            <a:pPr lvl="0"/>
            <a:r>
              <a:rPr lang="en-US" b="0" dirty="0"/>
              <a:t>Iterative Prompting. </a:t>
            </a:r>
            <a:r>
              <a:rPr lang="ko-KR" altLang="en-US" b="0" dirty="0"/>
              <a:t>반복적인 </a:t>
            </a:r>
            <a:r>
              <a:rPr lang="ko-KR" altLang="en-US" b="0" dirty="0" err="1"/>
              <a:t>프롬프팅</a:t>
            </a:r>
            <a:endParaRPr lang="en-US" altLang="ko-K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If the initial response is not satisfactory, iteratively refine the prompt based on previous interactions to steer ChatGPT towards generating more accurate or relevant responses. </a:t>
            </a:r>
            <a:r>
              <a:rPr lang="ko-KR" altLang="en-US" sz="2000" b="0" i="0" dirty="0">
                <a:effectLst/>
                <a:highlight>
                  <a:srgbClr val="FFFFFF"/>
                </a:highlight>
                <a:latin typeface="ui-sans-serif"/>
              </a:rPr>
              <a:t>초기 응답이 만족스럽지 않은 경우</a:t>
            </a:r>
            <a:r>
              <a:rPr lang="en-US" altLang="ko-KR" sz="2000" b="0" i="0" dirty="0">
                <a:effectLst/>
                <a:highlight>
                  <a:srgbClr val="FFFFFF"/>
                </a:highlight>
                <a:latin typeface="ui-sans-serif"/>
              </a:rPr>
              <a:t>, </a:t>
            </a:r>
            <a:r>
              <a:rPr lang="ko-KR" altLang="en-US" sz="2000" b="0" i="0" dirty="0">
                <a:effectLst/>
                <a:highlight>
                  <a:srgbClr val="FFFFFF"/>
                </a:highlight>
                <a:latin typeface="ui-sans-serif"/>
              </a:rPr>
              <a:t>이전 상호작용을 기반으로 프롬프트를 반복적으로 개선하여 </a:t>
            </a:r>
            <a:r>
              <a:rPr lang="en-US" altLang="ko-KR" sz="2000" b="0" i="0" dirty="0">
                <a:effectLst/>
                <a:highlight>
                  <a:srgbClr val="FFFFFF"/>
                </a:highlight>
                <a:latin typeface="ui-sans-serif"/>
              </a:rPr>
              <a:t>ChatGPT</a:t>
            </a:r>
            <a:r>
              <a:rPr lang="ko-KR" altLang="en-US" sz="2000" b="0" i="0" dirty="0">
                <a:effectLst/>
                <a:highlight>
                  <a:srgbClr val="FFFFFF"/>
                </a:highlight>
                <a:latin typeface="ui-sans-serif"/>
              </a:rPr>
              <a:t>가 더 정확하고 관련성 있는 응답을 생성하도록 유도</a:t>
            </a:r>
            <a:endParaRPr lang="en-US" altLang="ko-KR" sz="20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dirty="0">
                <a:highlight>
                  <a:srgbClr val="FFFFFF"/>
                </a:highlight>
                <a:latin typeface="ui-sans-serif"/>
              </a:rPr>
              <a:t>I</a:t>
            </a: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nitial Prompt: "ChatGPT, recommend a book for someone interested in science fiction.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" Response: "Sure, how about 'Dune' by Frank Herbert?"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Iterated Prompt: "ChatGPT, recommend a classic science fiction novel that explores themes of human-AI interaction."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Improved Response: "Consider 'I, Robot' by Isaac Asimov, which delves into the ethical implications of artificial intelligence."</a:t>
            </a:r>
            <a:endParaRPr lang="en-US" b="0" dirty="0"/>
          </a:p>
          <a:p>
            <a:pPr lvl="0"/>
            <a:r>
              <a:rPr lang="en-US" b="0" dirty="0"/>
              <a:t>Experiment and Iterate. </a:t>
            </a:r>
            <a:r>
              <a:rPr lang="ko-KR" altLang="en-US" b="0" dirty="0"/>
              <a:t>실험과 반복</a:t>
            </a:r>
            <a:endParaRPr lang="en-US" altLang="ko-KR" b="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dirty="0"/>
              <a:t>Experiment with different prompt formulations and iterate based on the model's responses and user feedback to improve the quality of interactions over time. </a:t>
            </a:r>
            <a:r>
              <a:rPr lang="ko-KR" altLang="en-US" sz="2000" b="0" i="0" dirty="0">
                <a:effectLst/>
                <a:highlight>
                  <a:srgbClr val="FFFFFF"/>
                </a:highlight>
                <a:latin typeface="ui-sans-serif"/>
              </a:rPr>
              <a:t>다양한 프롬프트 형식을 실험하고 모델의 응답 및 사용자 피드백에 따라 반복하여 상호작용의 품질을 시간이 지남에 따라 향상시킴</a:t>
            </a:r>
            <a:endParaRPr lang="en-US" altLang="ko-KR" sz="2000" b="0" i="0" dirty="0"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2000" b="0" dirty="0">
                <a:highlight>
                  <a:srgbClr val="FFFFFF"/>
                </a:highlight>
                <a:latin typeface="ui-sans-serif"/>
              </a:rPr>
              <a:t>Example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Prompt: "ChatGPT, start a conversation about space exploration and discuss recent advancements in space technology." 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User Feedback: "The initial response lacked depth. Can you provide more detailed information about recent space missions?" 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Iterated Prompt: "ChatGPT, delve into recent space missions, including notable achievements and future exploration goals." 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highlight>
                  <a:srgbClr val="FFFFFF"/>
                </a:highlight>
                <a:latin typeface="ui-sans-serif"/>
              </a:rPr>
              <a:t>Improved Response: "Certainly! Let's discuss recent space missions, such as the Mars Perseverance rover's discoveries and upcoming plans for lunar exploration."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20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err="1"/>
              <a:t>AutoGPT</a:t>
            </a:r>
            <a:endParaRPr lang="en-US" dirty="0"/>
          </a:p>
          <a:p>
            <a:pPr lvl="0"/>
            <a:r>
              <a:rPr lang="en-US" dirty="0"/>
              <a:t>Writer</a:t>
            </a:r>
          </a:p>
          <a:p>
            <a:pPr lvl="0"/>
            <a:r>
              <a:rPr lang="en-US" dirty="0"/>
              <a:t>Slide.ai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4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45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예</a:t>
            </a:r>
            <a:r>
              <a:rPr lang="en-US" altLang="ko-KR" dirty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60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https://gamma.app/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04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ChatGPT: https://platform.openai.com/settings/organization/api-keys</a:t>
            </a:r>
          </a:p>
          <a:p>
            <a:r>
              <a:rPr lang="en-US" dirty="0"/>
              <a:t>Gemini: https://aistudio.google.com/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6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dirty="0"/>
              <a:t>온도가 높을수록</a:t>
            </a:r>
            <a:r>
              <a:rPr lang="en-US" altLang="ko-KR" b="0" dirty="0"/>
              <a:t>: </a:t>
            </a:r>
            <a:r>
              <a:rPr lang="ko-KR" altLang="en-US" b="0" dirty="0"/>
              <a:t>모델은 더 창의적이고 다양한 답변을 생성합니다</a:t>
            </a:r>
            <a:r>
              <a:rPr lang="en-US" altLang="ko-KR" b="0" dirty="0"/>
              <a:t>. (</a:t>
            </a:r>
            <a:r>
              <a:rPr lang="ko-KR" altLang="en-US" b="0" dirty="0"/>
              <a:t>예</a:t>
            </a:r>
            <a:r>
              <a:rPr lang="en-US" altLang="ko-KR" b="0" dirty="0"/>
              <a:t>: </a:t>
            </a:r>
            <a:r>
              <a:rPr lang="ko-KR" altLang="en-US" b="0" dirty="0"/>
              <a:t>온도 </a:t>
            </a:r>
            <a:r>
              <a:rPr lang="en-US" altLang="ko-KR" b="0" dirty="0"/>
              <a:t>1.0 </a:t>
            </a:r>
            <a:r>
              <a:rPr lang="ko-KR" altLang="en-US" b="0" dirty="0"/>
              <a:t>이상</a:t>
            </a:r>
            <a:r>
              <a:rPr lang="en-US" altLang="ko-KR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dirty="0"/>
              <a:t>온도가 낮을수록</a:t>
            </a:r>
            <a:r>
              <a:rPr lang="en-US" altLang="ko-KR" b="0" dirty="0"/>
              <a:t>: </a:t>
            </a:r>
            <a:r>
              <a:rPr lang="ko-KR" altLang="en-US" b="0" dirty="0"/>
              <a:t>모델은 더 확실하고 예측 가능한 답변을 생성합니다</a:t>
            </a:r>
            <a:r>
              <a:rPr lang="en-US" altLang="ko-KR" b="0" dirty="0"/>
              <a:t>. (</a:t>
            </a:r>
            <a:r>
              <a:rPr lang="ko-KR" altLang="en-US" b="0" dirty="0"/>
              <a:t>예</a:t>
            </a:r>
            <a:r>
              <a:rPr lang="en-US" altLang="ko-KR" b="0" dirty="0"/>
              <a:t>: </a:t>
            </a:r>
            <a:r>
              <a:rPr lang="ko-KR" altLang="en-US" b="0" dirty="0"/>
              <a:t>온도 </a:t>
            </a:r>
            <a:r>
              <a:rPr lang="en-US" altLang="ko-KR" b="0" dirty="0"/>
              <a:t>0.2-0.3)</a:t>
            </a:r>
          </a:p>
          <a:p>
            <a:endParaRPr lang="en-US" b="0" dirty="0"/>
          </a:p>
          <a:p>
            <a:r>
              <a:rPr lang="en-US" altLang="ko-KR" b="0" dirty="0" err="1"/>
              <a:t>Top_K</a:t>
            </a:r>
            <a:endParaRPr lang="en-US" altLang="ko-K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dirty="0"/>
              <a:t>상위 </a:t>
            </a:r>
            <a:r>
              <a:rPr lang="en-US" altLang="ko-KR" b="0" dirty="0"/>
              <a:t>k</a:t>
            </a:r>
            <a:r>
              <a:rPr lang="ko-KR" altLang="en-US" b="0" dirty="0"/>
              <a:t>개의 후보 단어만을 고려</a:t>
            </a:r>
            <a:endParaRPr lang="en-US" altLang="ko-KR" b="0" dirty="0"/>
          </a:p>
          <a:p>
            <a:pPr marL="0" indent="0">
              <a:buFont typeface="Arial" panose="020B0604020202020204" pitchFamily="34" charset="0"/>
              <a:buNone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dirty="0" err="1"/>
              <a:t>Top_P</a:t>
            </a:r>
            <a:r>
              <a:rPr lang="en-US" b="0" dirty="0"/>
              <a:t>: </a:t>
            </a:r>
            <a:r>
              <a:rPr lang="ko-KR" altLang="en-US" b="0" dirty="0"/>
              <a:t>누적 확률이 </a:t>
            </a:r>
            <a:r>
              <a:rPr lang="en-US" altLang="ko-KR" b="0" dirty="0"/>
              <a:t>p </a:t>
            </a:r>
            <a:r>
              <a:rPr lang="ko-KR" altLang="en-US" b="0" dirty="0"/>
              <a:t>이하인 단어들만 고려하여 선택하는 방식</a:t>
            </a:r>
            <a:endParaRPr lang="en-US" altLang="ko-K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dirty="0" err="1"/>
              <a:t>top_p</a:t>
            </a:r>
            <a:r>
              <a:rPr lang="en-US" altLang="ko-KR" b="0" dirty="0"/>
              <a:t> </a:t>
            </a:r>
            <a:r>
              <a:rPr lang="ko-KR" altLang="en-US" b="0" dirty="0"/>
              <a:t>값이 </a:t>
            </a:r>
            <a:r>
              <a:rPr lang="en-US" altLang="ko-KR" b="0" dirty="0"/>
              <a:t>1</a:t>
            </a:r>
            <a:r>
              <a:rPr lang="ko-KR" altLang="en-US" b="0" dirty="0"/>
              <a:t>에 가까우면</a:t>
            </a:r>
            <a:r>
              <a:rPr lang="en-US" altLang="ko-KR" b="0" dirty="0"/>
              <a:t>, </a:t>
            </a:r>
            <a:r>
              <a:rPr lang="ko-KR" altLang="en-US" b="0" dirty="0"/>
              <a:t>모델은 더 많은 단어를 고려할 수 있습니다</a:t>
            </a:r>
            <a:r>
              <a:rPr lang="en-US" altLang="ko-KR" b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dirty="0" err="1"/>
              <a:t>top_p</a:t>
            </a:r>
            <a:r>
              <a:rPr lang="en-US" altLang="ko-KR" b="0" dirty="0"/>
              <a:t> </a:t>
            </a:r>
            <a:r>
              <a:rPr lang="ko-KR" altLang="en-US" b="0" dirty="0"/>
              <a:t>값이 낮으면</a:t>
            </a:r>
            <a:r>
              <a:rPr lang="en-US" altLang="ko-KR" b="0" dirty="0"/>
              <a:t>, </a:t>
            </a:r>
            <a:r>
              <a:rPr lang="ko-KR" altLang="en-US" b="0" dirty="0"/>
              <a:t>확률이 높은 단어들만 고려하여 예측을 제한합니다</a:t>
            </a:r>
            <a:r>
              <a:rPr lang="en-US" altLang="ko-KR" b="0" dirty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19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2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19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3C38-3456-1C6B-40D2-74934721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DBAE6-7D9D-446F-5FE1-A157668E1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77E3-FC9E-7B28-E4E2-417B73B1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AA70F276-1833-4A75-9C1D-A56E2295A68D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2C0E6-B4AC-638D-8721-5A66C36E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ACDCE-6955-B138-78CD-ABFEF82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6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E871-25C9-3A28-D4D4-5B1AE2CE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80CA-2026-32B7-60AD-48DAA976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lnSpc>
                <a:spcPct val="100000"/>
              </a:lnSpc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lnSpc>
                <a:spcPct val="100000"/>
              </a:lnSpc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lnSpc>
                <a:spcPct val="100000"/>
              </a:lnSpc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lnSpc>
                <a:spcPct val="100000"/>
              </a:lnSpc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052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4EC8-1D08-BAB8-50A2-4E7C0752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7946-C59A-E0C7-8817-641209699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755E-1696-0585-B448-C9603A7B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FB5E-1B12-18C4-CF5F-67245C6A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CCA3E-31D0-74FB-011B-176097D8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2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1F6D-45D4-E601-7C2F-E062159D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5B99-FC10-1D79-0B7C-CC368C008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>
            <a:normAutofit/>
          </a:bodyPr>
          <a:lstStyle>
            <a:lvl1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1BB50-E98F-AA22-2E73-4D8EBE33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204"/>
            <a:ext cx="5181600" cy="5076025"/>
          </a:xfrm>
        </p:spPr>
        <p:txBody>
          <a:bodyPr>
            <a:normAutofit/>
          </a:bodyPr>
          <a:lstStyle>
            <a:lvl1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 latinLnBrk="0"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2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1F6D-45D4-E601-7C2F-E062159D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5B99-FC10-1D79-0B7C-CC368C008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1BB50-E98F-AA22-2E73-4D8EBE33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3D4E75-10C5-EEFC-8313-DCF99FE548F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0" y="1506204"/>
            <a:ext cx="10515600" cy="104449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573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58A0-C17D-B211-46AB-40A59034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6547F-BF2B-7BC8-F4F1-5553825F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152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4F70F-D094-CDDA-13A5-1343A742C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641E9-8E84-DF34-6F5C-749CEC702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152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1B1ED-5717-B13A-73E9-1847BF5BB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42ABA-E26B-AECB-C0EB-454DBA9A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EFC7A-FD4B-A7B9-CAB2-24E477B94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329D9-5782-72E4-7C7A-AEBD1063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1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6703-1253-C381-84B7-251B4550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86A32-B68E-1AD0-2677-2C263169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17AAF-3958-DCEC-A447-BFA67098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2048A-A4B2-2FA4-4661-E248ACB0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7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6E861-B0F8-07F7-287E-C982127A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378F2-020C-E160-E7E5-5EBE2946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FECBC-E1E1-99AA-BE6E-62F5FFE7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8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DAAB-3EA1-E9F8-A7B4-5AF0685F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2066-7DF4-8BB2-DB98-0E2E9791B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>
              <a:defRPr sz="2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defRPr sz="24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defRPr sz="20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defRPr sz="20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C698-E0D2-24A2-636D-5357C78BA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6B0DD-5755-699D-CB64-D075D56F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BFFFB-A50B-615D-DD47-C9139497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B8547-76CF-DA49-C0D9-FAB8AADE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2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6373-793F-DDD4-1E30-373F66D4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B4CEB-A778-58CB-F893-5189BCB80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A56DE-1E17-A795-AC50-718A19B2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F0538-63DF-C1AD-C2C8-332195B6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57537-E690-CD97-2945-00A1EDD9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07A0E-CAEB-DD36-953E-47F83E97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6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CA43-CA1B-0D65-F758-4B986A3B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00DA6-F992-886E-02A7-9FBA79AEC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46E70-3CCC-A595-393B-17FE6816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36C4-28F4-1553-C40B-E343AB96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041A1-1975-0F2D-F4B5-EC71AEEA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51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4D434-B160-F637-5CC5-B27A0AE84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3189B-E438-CA83-FB08-A7441D6CB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1B20-792C-5335-F71E-896B091F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70F276-1833-4A75-9C1D-A56E2295A6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57FC-7019-6076-3614-EB728D9A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A9943-7E77-761D-609B-82F1F0DF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4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0710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244064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3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502920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5029200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0692C-F9F7-EE7C-19A7-27EA072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CE355-D6F4-7FC9-ADF1-1A2C6972A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6204"/>
            <a:ext cx="10515600" cy="4986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828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78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6" r:id="rId14"/>
    <p:sldLayoutId id="21474837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800100" indent="-3429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understanding-the-four-types-of-artificial-intelligenc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lrics.tistory.com/1903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rt.ai/home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nopes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actcheck.org/" TargetMode="External"/><Relationship Id="rId4" Type="http://schemas.openxmlformats.org/officeDocument/2006/relationships/hyperlink" Target="https://www.politifac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4F1F-67FA-0C3D-A93E-0F74A982E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4592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[AI </a:t>
            </a:r>
            <a:r>
              <a:rPr lang="en-US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리터러시</a:t>
            </a: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교육</a:t>
            </a: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ABAEF4-AC9C-3618-C111-C5F9850C2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333" y="945923"/>
            <a:ext cx="9144000" cy="1427162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생성형 </a:t>
            </a:r>
            <a:r>
              <a:rPr lang="en-US" altLang="ko-K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활용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실무역량 강화 교육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63C892-9246-B4AF-E256-0C1F8C31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235" y="5976601"/>
            <a:ext cx="2121009" cy="7112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845EA8-F1FE-E42F-1E8E-C78EC685837C}"/>
              </a:ext>
            </a:extLst>
          </p:cNvPr>
          <p:cNvSpPr txBox="1"/>
          <p:nvPr/>
        </p:nvSpPr>
        <p:spPr>
          <a:xfrm>
            <a:off x="2909264" y="2373085"/>
            <a:ext cx="6549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ko-KR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DAY 3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96B143-2289-9C46-A0CF-3FA05014D98B}"/>
              </a:ext>
            </a:extLst>
          </p:cNvPr>
          <p:cNvSpPr txBox="1"/>
          <p:nvPr/>
        </p:nvSpPr>
        <p:spPr>
          <a:xfrm>
            <a:off x="4433515" y="6101386"/>
            <a:ext cx="4036717" cy="461665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김효정 강사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185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499E8-E613-BC72-3A24-B71FBE71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AB0C-9751-4715-BACC-E461B7CF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활용 실무역량 강화 교육</a:t>
            </a:r>
            <a:endParaRPr lang="en-US" altLang="ko-KR" dirty="0"/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586DA4C0-E55D-27DA-A364-2A70C7D6D5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520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6096B-852D-43B8-B155-470B8C62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2762-3F54-7D1D-D744-3B641FEF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5F20-93C6-2BCB-9126-9C005919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692"/>
            <a:ext cx="10515600" cy="43513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altLang="ko-KR" sz="4000" dirty="0"/>
              <a:t>AI Agent </a:t>
            </a:r>
            <a:r>
              <a:rPr lang="ko-KR" altLang="en-US" sz="4000" dirty="0"/>
              <a:t>도구 소개 및 활용</a:t>
            </a:r>
            <a:endParaRPr lang="en-US" altLang="ko-KR" sz="4000" dirty="0"/>
          </a:p>
          <a:p>
            <a:r>
              <a:rPr lang="ko-KR" altLang="en-US" sz="4000" dirty="0"/>
              <a:t>직무별 활용 실습</a:t>
            </a:r>
            <a:r>
              <a:rPr lang="en-US" altLang="ko-KR" sz="4000" dirty="0"/>
              <a:t>, </a:t>
            </a:r>
            <a:r>
              <a:rPr lang="ko-KR" altLang="en-US" sz="4000" dirty="0"/>
              <a:t>프롬프트 템플릿</a:t>
            </a:r>
            <a:r>
              <a:rPr lang="en-US" altLang="ko-KR" sz="4000" dirty="0"/>
              <a:t> </a:t>
            </a:r>
          </a:p>
          <a:p>
            <a:r>
              <a:rPr lang="ko-KR" altLang="en-US" sz="4000" dirty="0"/>
              <a:t>보고서</a:t>
            </a:r>
            <a:r>
              <a:rPr lang="en-US" altLang="ko-KR" sz="4000" dirty="0"/>
              <a:t>, </a:t>
            </a:r>
            <a:r>
              <a:rPr lang="ko-KR" altLang="en-US" sz="4000" dirty="0"/>
              <a:t>회의록</a:t>
            </a:r>
            <a:r>
              <a:rPr lang="en-US" altLang="ko-KR" sz="4000" dirty="0"/>
              <a:t>, </a:t>
            </a:r>
            <a:r>
              <a:rPr lang="ko-KR" altLang="en-US" sz="4000" dirty="0"/>
              <a:t>사업계획서 작성 실습</a:t>
            </a:r>
            <a:endParaRPr lang="en-US" sz="4000" dirty="0"/>
          </a:p>
          <a:p>
            <a:endParaRPr lang="en-US" altLang="ko-KR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7334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20-7E46-EEED-33E3-3DC6E865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821" y="1526042"/>
            <a:ext cx="6752772" cy="996722"/>
          </a:xfrm>
          <a:solidFill>
            <a:schemeClr val="tx1">
              <a:alpha val="41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직무별 활용 실습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730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E1F4-67CA-1126-6AB5-F9B4914B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직무별 생성형 </a:t>
            </a:r>
            <a:r>
              <a:rPr lang="en-US" altLang="ko-KR" dirty="0"/>
              <a:t>AI </a:t>
            </a:r>
            <a:r>
              <a:rPr lang="ko-KR" altLang="en-US" dirty="0"/>
              <a:t>활용 분야</a:t>
            </a:r>
            <a:endParaRPr lang="en-US" dirty="0"/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1C35A535-FC8C-8B91-F637-9605851E0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123602"/>
              </p:ext>
            </p:extLst>
          </p:nvPr>
        </p:nvGraphicFramePr>
        <p:xfrm>
          <a:off x="412750" y="1462088"/>
          <a:ext cx="10941050" cy="515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640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11D2-8420-4BA5-249B-429C300A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공문 및 안내문 작성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28E9-CCE4-5BEB-422D-66F1A4619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업무</a:t>
            </a:r>
            <a:r>
              <a:rPr lang="en-US" altLang="ko-KR" dirty="0"/>
              <a:t>: </a:t>
            </a:r>
            <a:r>
              <a:rPr lang="ko-KR" altLang="en-US" dirty="0"/>
              <a:t>부서 공지</a:t>
            </a:r>
            <a:r>
              <a:rPr lang="en-US" altLang="ko-KR" dirty="0"/>
              <a:t>, </a:t>
            </a:r>
            <a:r>
              <a:rPr lang="ko-KR" altLang="en-US" dirty="0"/>
              <a:t>행사 안내문</a:t>
            </a:r>
            <a:r>
              <a:rPr lang="en-US" altLang="ko-KR" dirty="0"/>
              <a:t>, </a:t>
            </a:r>
            <a:r>
              <a:rPr lang="ko-KR" altLang="en-US" dirty="0"/>
              <a:t>교육 요청 공문 등 반복적으로 작성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수신</a:t>
            </a:r>
            <a:r>
              <a:rPr lang="en-US" altLang="ko-KR" dirty="0"/>
              <a:t>: </a:t>
            </a:r>
            <a:r>
              <a:rPr lang="ko-KR" altLang="en-US" dirty="0"/>
              <a:t>각 부서 팀장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/>
              <a:t>사내 연말 행사 참석 요청 공문을 작성해 주세요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공손하고 공식적인 톤으로</a:t>
            </a:r>
            <a:r>
              <a:rPr lang="en-US" altLang="ko-KR" dirty="0"/>
              <a:t>, </a:t>
            </a:r>
            <a:r>
              <a:rPr lang="ko-KR" altLang="en-US" dirty="0"/>
              <a:t>참석자 명단 제출 기한과 연락처를 포함해 주세요</a:t>
            </a:r>
            <a:r>
              <a:rPr lang="en-US" altLang="ko-KR" dirty="0"/>
              <a:t>.“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실습 자료</a:t>
            </a:r>
          </a:p>
          <a:p>
            <a:pPr lvl="1"/>
            <a:r>
              <a:rPr lang="ko-KR" altLang="en-US" dirty="0"/>
              <a:t>기존 공문 템플릿</a:t>
            </a:r>
          </a:p>
          <a:p>
            <a:pPr lvl="1"/>
            <a:r>
              <a:rPr lang="ko-KR" altLang="en-US" dirty="0"/>
              <a:t>행사 및 교육 일정 자료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08482-C4CD-7644-388A-0BC95B6D7781}"/>
              </a:ext>
            </a:extLst>
          </p:cNvPr>
          <p:cNvSpPr txBox="1"/>
          <p:nvPr/>
        </p:nvSpPr>
        <p:spPr>
          <a:xfrm>
            <a:off x="8666329" y="5282089"/>
            <a:ext cx="2829250" cy="105560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pPr algn="ctr"/>
            <a:r>
              <a:rPr lang="ko-KR" altLang="en-US" dirty="0"/>
              <a:t>교육 참석 요청 공문 작성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5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DA111B5-D131-E9BF-242B-468FFBE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실습 자료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37D1C5E-3D37-21AF-E649-B93917FE6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/>
          <a:lstStyle/>
          <a:p>
            <a:r>
              <a:rPr lang="ko-KR" altLang="en-US" dirty="0"/>
              <a:t>공문 템플릿</a:t>
            </a:r>
          </a:p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96F166E-D71C-E56E-4297-44AB9C65A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204"/>
            <a:ext cx="5181600" cy="5076025"/>
          </a:xfrm>
        </p:spPr>
        <p:txBody>
          <a:bodyPr/>
          <a:lstStyle/>
          <a:p>
            <a:r>
              <a:rPr lang="ko-KR" altLang="en-US" dirty="0"/>
              <a:t>행사 및 교육 일정 자료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50E6742-BF3E-C1A6-DC29-562EA1D6FD1A}"/>
              </a:ext>
            </a:extLst>
          </p:cNvPr>
          <p:cNvGraphicFramePr>
            <a:graphicFrameLocks noGrp="1"/>
          </p:cNvGraphicFramePr>
          <p:nvPr/>
        </p:nvGraphicFramePr>
        <p:xfrm>
          <a:off x="6280705" y="2208449"/>
          <a:ext cx="5551488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7872">
                  <a:extLst>
                    <a:ext uri="{9D8B030D-6E8A-4147-A177-3AD203B41FA5}">
                      <a16:colId xmlns:a16="http://schemas.microsoft.com/office/drawing/2014/main" val="3316052819"/>
                    </a:ext>
                  </a:extLst>
                </a:gridCol>
                <a:gridCol w="1387872">
                  <a:extLst>
                    <a:ext uri="{9D8B030D-6E8A-4147-A177-3AD203B41FA5}">
                      <a16:colId xmlns:a16="http://schemas.microsoft.com/office/drawing/2014/main" val="4176031227"/>
                    </a:ext>
                  </a:extLst>
                </a:gridCol>
                <a:gridCol w="1387872">
                  <a:extLst>
                    <a:ext uri="{9D8B030D-6E8A-4147-A177-3AD203B41FA5}">
                      <a16:colId xmlns:a16="http://schemas.microsoft.com/office/drawing/2014/main" val="1957670312"/>
                    </a:ext>
                  </a:extLst>
                </a:gridCol>
                <a:gridCol w="1387872">
                  <a:extLst>
                    <a:ext uri="{9D8B030D-6E8A-4147-A177-3AD203B41FA5}">
                      <a16:colId xmlns:a16="http://schemas.microsoft.com/office/drawing/2014/main" val="2979890286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일정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장소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비고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346523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사내 워크숍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dirty="0"/>
                        <a:t>15</a:t>
                      </a:r>
                      <a:r>
                        <a:rPr lang="ko-KR" altLang="en-US" dirty="0"/>
                        <a:t>일 오전 </a:t>
                      </a: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본사 대강당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필참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945906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안전 교육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일 오후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본사 </a:t>
                      </a:r>
                      <a:r>
                        <a:rPr lang="ko-KR" altLang="en-US" dirty="0" err="1"/>
                        <a:t>컨퍼런스룸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참석자 명단 제출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042990"/>
                  </a:ext>
                </a:extLst>
              </a:tr>
              <a:tr h="177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분기 전략 회의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일 오전 </a:t>
                      </a:r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회의실 </a:t>
                      </a:r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팀장급</a:t>
                      </a:r>
                      <a:r>
                        <a:rPr lang="ko-KR" altLang="en-US" dirty="0"/>
                        <a:t> 이상 참여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910585"/>
                  </a:ext>
                </a:extLst>
              </a:tr>
            </a:tbl>
          </a:graphicData>
        </a:graphic>
      </p:graphicFrame>
      <p:sp>
        <p:nvSpPr>
          <p:cNvPr id="15" name="Rectangle 1">
            <a:extLst>
              <a:ext uri="{FF2B5EF4-FFF2-40B4-BE49-F238E27FC236}">
                <a16:creationId xmlns:a16="http://schemas.microsoft.com/office/drawing/2014/main" id="{F225AC98-93E8-6A2B-E327-A83E061A0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686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3CCDA3-2CA8-9B37-7374-D12FE9DE600F}"/>
              </a:ext>
            </a:extLst>
          </p:cNvPr>
          <p:cNvSpPr txBox="1"/>
          <p:nvPr/>
        </p:nvSpPr>
        <p:spPr>
          <a:xfrm>
            <a:off x="577295" y="2208449"/>
            <a:ext cx="4905477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수신</a:t>
            </a:r>
            <a:r>
              <a:rPr lang="en-US" altLang="ko-KR" dirty="0"/>
              <a:t>: </a:t>
            </a:r>
            <a:r>
              <a:rPr lang="ko-KR" altLang="en-US" dirty="0"/>
              <a:t>각 부서 팀장</a:t>
            </a:r>
          </a:p>
          <a:p>
            <a:pPr>
              <a:buNone/>
            </a:pPr>
            <a:r>
              <a:rPr lang="ko-KR" altLang="en-US" dirty="0"/>
              <a:t>제목</a:t>
            </a:r>
            <a:r>
              <a:rPr lang="en-US" altLang="ko-KR" dirty="0"/>
              <a:t>: [</a:t>
            </a:r>
            <a:r>
              <a:rPr lang="ko-KR" altLang="en-US" dirty="0" err="1"/>
              <a:t>행사명</a:t>
            </a:r>
            <a:r>
              <a:rPr lang="ko-KR" altLang="en-US" dirty="0"/>
              <a:t> 또는 </a:t>
            </a:r>
            <a:r>
              <a:rPr lang="ko-KR" altLang="en-US" dirty="0" err="1"/>
              <a:t>교육명</a:t>
            </a:r>
            <a:r>
              <a:rPr lang="en-US" altLang="ko-KR" dirty="0"/>
              <a:t>] </a:t>
            </a:r>
            <a:r>
              <a:rPr lang="ko-KR" altLang="en-US" dirty="0"/>
              <a:t>참석 요청</a:t>
            </a:r>
          </a:p>
          <a:p>
            <a:pPr>
              <a:buNone/>
            </a:pPr>
            <a:r>
              <a:rPr lang="ko-KR" altLang="en-US" dirty="0"/>
              <a:t>내용</a:t>
            </a:r>
            <a:r>
              <a:rPr lang="en-US" altLang="ko-KR" dirty="0"/>
              <a:t>: </a:t>
            </a:r>
            <a:r>
              <a:rPr lang="ko-KR" altLang="en-US" dirty="0"/>
              <a:t>귀 부서의 협조에 감사드리며</a:t>
            </a:r>
            <a:r>
              <a:rPr lang="en-US" altLang="ko-KR" dirty="0"/>
              <a:t>, </a:t>
            </a:r>
            <a:r>
              <a:rPr lang="ko-KR" altLang="en-US" dirty="0"/>
              <a:t>아래와 같이 </a:t>
            </a:r>
            <a:r>
              <a:rPr lang="en-US" altLang="ko-KR" dirty="0"/>
              <a:t>[</a:t>
            </a:r>
            <a:r>
              <a:rPr lang="ko-KR" altLang="en-US" dirty="0"/>
              <a:t>행사</a:t>
            </a:r>
            <a:r>
              <a:rPr lang="en-US" altLang="ko-KR" dirty="0"/>
              <a:t>/</a:t>
            </a:r>
            <a:r>
              <a:rPr lang="ko-KR" altLang="en-US" dirty="0"/>
              <a:t>교육</a:t>
            </a:r>
            <a:r>
              <a:rPr lang="en-US" altLang="ko-KR" dirty="0"/>
              <a:t>]</a:t>
            </a:r>
            <a:r>
              <a:rPr lang="ko-KR" altLang="en-US" dirty="0"/>
              <a:t>을 실시하고자 </a:t>
            </a:r>
            <a:r>
              <a:rPr lang="ko-KR" altLang="en-US" dirty="0" err="1"/>
              <a:t>하오니</a:t>
            </a:r>
            <a:r>
              <a:rPr lang="en-US" altLang="ko-KR" dirty="0"/>
              <a:t>, </a:t>
            </a:r>
            <a:r>
              <a:rPr lang="ko-KR" altLang="en-US" dirty="0"/>
              <a:t>참석자 명단을 </a:t>
            </a:r>
            <a:r>
              <a:rPr lang="en-US" altLang="ko-KR" dirty="0"/>
              <a:t>[</a:t>
            </a:r>
            <a:r>
              <a:rPr lang="ko-KR" altLang="en-US" dirty="0"/>
              <a:t>제출 기한</a:t>
            </a:r>
            <a:r>
              <a:rPr lang="en-US" altLang="ko-KR" dirty="0"/>
              <a:t>]</a:t>
            </a:r>
            <a:r>
              <a:rPr lang="ko-KR" altLang="en-US" dirty="0"/>
              <a:t>까지 제출해 주시기 바랍니다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일시</a:t>
            </a:r>
            <a:r>
              <a:rPr lang="en-US" altLang="ko-KR" dirty="0"/>
              <a:t>: [</a:t>
            </a:r>
            <a:r>
              <a:rPr lang="ko-KR" altLang="en-US" dirty="0"/>
              <a:t>날짜 및 시간</a:t>
            </a:r>
            <a:r>
              <a:rPr lang="en-US" altLang="ko-KR" dirty="0"/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장소</a:t>
            </a:r>
            <a:r>
              <a:rPr lang="en-US" altLang="ko-KR" dirty="0"/>
              <a:t>: [</a:t>
            </a:r>
            <a:r>
              <a:rPr lang="ko-KR" altLang="en-US" dirty="0"/>
              <a:t>장소</a:t>
            </a:r>
            <a:r>
              <a:rPr lang="en-US" altLang="ko-KR" dirty="0"/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참석 대상</a:t>
            </a:r>
            <a:r>
              <a:rPr lang="en-US" altLang="ko-KR" dirty="0"/>
              <a:t>: [</a:t>
            </a:r>
            <a:r>
              <a:rPr lang="ko-KR" altLang="en-US" dirty="0"/>
              <a:t>대상자</a:t>
            </a:r>
            <a:r>
              <a:rPr lang="en-US" altLang="ko-KR" dirty="0"/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문의</a:t>
            </a:r>
            <a:r>
              <a:rPr lang="en-US" altLang="ko-KR" dirty="0"/>
              <a:t>: [</a:t>
            </a:r>
            <a:r>
              <a:rPr lang="ko-KR" altLang="en-US" dirty="0"/>
              <a:t>담당 부서 </a:t>
            </a:r>
            <a:r>
              <a:rPr lang="en-US" altLang="ko-KR" dirty="0"/>
              <a:t>/ </a:t>
            </a:r>
            <a:r>
              <a:rPr lang="ko-KR" altLang="en-US" dirty="0"/>
              <a:t>연락처</a:t>
            </a:r>
            <a:r>
              <a:rPr lang="en-US" altLang="ko-KR" dirty="0"/>
              <a:t>]</a:t>
            </a:r>
          </a:p>
          <a:p>
            <a:pPr>
              <a:buNone/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59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0114-9316-BACA-165D-F332D478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결과 확인 및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BF95-8140-16E4-FA71-C35BFBC451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프롬프트 작성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15E93-5018-276B-8E52-7DB5D4EA3C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생성된 문서 내용 검토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ko-KR" altLang="en-US" dirty="0"/>
              <a:t>필요 시 문체 변경</a:t>
            </a:r>
            <a:r>
              <a:rPr lang="en-US" altLang="ko-KR" dirty="0"/>
              <a:t>, </a:t>
            </a:r>
            <a:r>
              <a:rPr lang="ko-KR" altLang="en-US" dirty="0"/>
              <a:t>문장 다듬기</a:t>
            </a:r>
            <a:r>
              <a:rPr lang="en-US" altLang="ko-KR" dirty="0"/>
              <a:t>, </a:t>
            </a:r>
            <a:r>
              <a:rPr lang="ko-KR" altLang="en-US" dirty="0"/>
              <a:t>형식화 등 요청</a:t>
            </a:r>
            <a:endParaRPr lang="en-US" altLang="ko-KR" dirty="0"/>
          </a:p>
          <a:p>
            <a:r>
              <a:rPr lang="ko-KR" altLang="en-US" dirty="0"/>
              <a:t>최종본 공유 및 복사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7B4CF3-F4ED-D6C2-56D0-A6A09191B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8" y="2106025"/>
            <a:ext cx="5493227" cy="4386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1C193C-FFE0-70FC-EA61-1494A2ADF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673" y="1958777"/>
            <a:ext cx="2753156" cy="2494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554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35EA-CC06-6271-0FE6-7D3D3665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업무 보고서 요약 실습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97886-9337-330F-BAFD-D6C83E7CF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업무</a:t>
            </a:r>
            <a:r>
              <a:rPr lang="en-US" altLang="ko-KR" dirty="0"/>
              <a:t>: </a:t>
            </a:r>
            <a:r>
              <a:rPr lang="ko-KR" altLang="en-US" dirty="0"/>
              <a:t>주간 업무 일지를 간결한 보고서 형태로 상사에게 제출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아래 내용을 한 페이지 분량의 주간 업무 보고서로 요약해 주세요</a:t>
            </a:r>
            <a:r>
              <a:rPr lang="en-US" altLang="ko-KR" dirty="0"/>
              <a:t>. </a:t>
            </a:r>
            <a:r>
              <a:rPr lang="ko-KR" altLang="en-US" dirty="0"/>
              <a:t>주요 성과</a:t>
            </a:r>
            <a:r>
              <a:rPr lang="en-US" altLang="ko-KR" dirty="0"/>
              <a:t>, </a:t>
            </a:r>
            <a:r>
              <a:rPr lang="ko-KR" altLang="en-US" dirty="0"/>
              <a:t>문제점</a:t>
            </a:r>
            <a:r>
              <a:rPr lang="en-US" altLang="ko-KR" dirty="0"/>
              <a:t>, </a:t>
            </a:r>
            <a:r>
              <a:rPr lang="ko-KR" altLang="en-US" dirty="0"/>
              <a:t>향후 계획을 포함해 주세요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실습 자료</a:t>
            </a:r>
          </a:p>
          <a:p>
            <a:pPr lvl="1"/>
            <a:r>
              <a:rPr lang="ko-KR" altLang="en-US" dirty="0"/>
              <a:t>기존 업무 일지 문서 </a:t>
            </a:r>
            <a:r>
              <a:rPr lang="en-US" altLang="ko-KR" dirty="0"/>
              <a:t>(3~5</a:t>
            </a:r>
            <a:r>
              <a:rPr lang="ko-KR" altLang="en-US" dirty="0"/>
              <a:t>쪽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64713-D4A3-7568-4267-8F1B5F68E16D}"/>
              </a:ext>
            </a:extLst>
          </p:cNvPr>
          <p:cNvSpPr txBox="1"/>
          <p:nvPr/>
        </p:nvSpPr>
        <p:spPr>
          <a:xfrm>
            <a:off x="7937348" y="4039394"/>
            <a:ext cx="2988281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endParaRPr lang="en-US" altLang="ko-KR" sz="2800" dirty="0"/>
          </a:p>
          <a:p>
            <a:r>
              <a:rPr lang="en-US" altLang="ko-KR" sz="2800" dirty="0"/>
              <a:t>3</a:t>
            </a:r>
            <a:r>
              <a:rPr lang="ko-KR" altLang="en-US" sz="2800" dirty="0"/>
              <a:t>쪽 일지 → </a:t>
            </a:r>
            <a:endParaRPr lang="en-US" altLang="ko-KR" sz="2800" dirty="0"/>
          </a:p>
          <a:p>
            <a:r>
              <a:rPr lang="en-US" altLang="ko-KR" sz="2800" dirty="0"/>
              <a:t>1</a:t>
            </a:r>
            <a:r>
              <a:rPr lang="ko-KR" altLang="en-US" sz="2800" dirty="0"/>
              <a:t>쪽 보고서 요약</a:t>
            </a:r>
            <a:endParaRPr lang="en-US" altLang="ko-KR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53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C8F352-9F21-FFB6-2088-E6CF5ECB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결과 확인 및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3191-8FBD-A43C-393E-0E1BD7E5E5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프롬프트 작성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FCB8B8-CBCB-A612-2C28-09FB4777F6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생성된 문서 내용 검토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ko-KR" altLang="en-US" dirty="0"/>
              <a:t>필요 시 문체 변경</a:t>
            </a:r>
            <a:r>
              <a:rPr lang="en-US" altLang="ko-KR" dirty="0"/>
              <a:t>, </a:t>
            </a:r>
            <a:r>
              <a:rPr lang="ko-KR" altLang="en-US" dirty="0"/>
              <a:t>문장 다듬기</a:t>
            </a:r>
            <a:r>
              <a:rPr lang="en-US" altLang="ko-KR" dirty="0"/>
              <a:t>, </a:t>
            </a:r>
            <a:r>
              <a:rPr lang="ko-KR" altLang="en-US" dirty="0"/>
              <a:t>형식화 등 요청</a:t>
            </a:r>
            <a:endParaRPr lang="en-US" altLang="ko-KR" dirty="0"/>
          </a:p>
          <a:p>
            <a:r>
              <a:rPr lang="ko-KR" altLang="en-US" dirty="0"/>
              <a:t>최종본 공유 및 복사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D182B-765C-E361-1CED-EC442C5D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14" y="2098771"/>
            <a:ext cx="4881783" cy="17112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6CAB6-D9C2-2152-4EA6-9568097DA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41" y="2024985"/>
            <a:ext cx="2622374" cy="28080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663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C311-40CD-9276-59A3-36B1E316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err="1"/>
              <a:t>공지문</a:t>
            </a:r>
            <a:r>
              <a:rPr lang="ko-KR" altLang="en-US" dirty="0"/>
              <a:t> 및 </a:t>
            </a:r>
            <a:r>
              <a:rPr lang="en-US" altLang="ko-KR" dirty="0"/>
              <a:t>SNS </a:t>
            </a:r>
            <a:r>
              <a:rPr lang="ko-KR" altLang="en-US" dirty="0"/>
              <a:t>안내문 변환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0EE4-1BA6-DA38-ACC6-9EB4CD0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업무</a:t>
            </a:r>
            <a:r>
              <a:rPr lang="en-US" altLang="ko-KR" dirty="0"/>
              <a:t>: </a:t>
            </a:r>
            <a:r>
              <a:rPr lang="ko-KR" altLang="en-US" dirty="0"/>
              <a:t>공문이나 긴 안내문을 짧은 공지문이나 </a:t>
            </a:r>
            <a:r>
              <a:rPr lang="en-US" altLang="ko-KR" dirty="0"/>
              <a:t>SNS </a:t>
            </a:r>
            <a:r>
              <a:rPr lang="ko-KR" altLang="en-US" dirty="0"/>
              <a:t>안내문으로 재작성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아래 공문 내용을 </a:t>
            </a:r>
            <a:r>
              <a:rPr lang="en-US" altLang="ko-KR" dirty="0"/>
              <a:t>300</a:t>
            </a:r>
            <a:r>
              <a:rPr lang="ko-KR" altLang="en-US" dirty="0"/>
              <a:t>자 이내의 직원 대상 안내문으로 변환해 주세요</a:t>
            </a:r>
            <a:r>
              <a:rPr lang="en-US" altLang="ko-KR" dirty="0"/>
              <a:t>. </a:t>
            </a:r>
            <a:r>
              <a:rPr lang="ko-KR" altLang="en-US" dirty="0"/>
              <a:t>친근하고 쉽게 이해할 수 있는 문체로 작성해 주세요</a:t>
            </a:r>
            <a:r>
              <a:rPr lang="en-US" altLang="ko-KR" dirty="0"/>
              <a:t>."</a:t>
            </a:r>
          </a:p>
          <a:p>
            <a:pPr lvl="1"/>
            <a:endParaRPr lang="en-US" dirty="0"/>
          </a:p>
          <a:p>
            <a:r>
              <a:rPr lang="ko-KR" altLang="en-US" dirty="0"/>
              <a:t>실습 자료</a:t>
            </a:r>
          </a:p>
          <a:p>
            <a:pPr lvl="1"/>
            <a:r>
              <a:rPr lang="ko-KR" altLang="en-US" dirty="0"/>
              <a:t>공문 원문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20719-6D81-519B-529D-17D80C4D3C7F}"/>
              </a:ext>
            </a:extLst>
          </p:cNvPr>
          <p:cNvSpPr txBox="1"/>
          <p:nvPr/>
        </p:nvSpPr>
        <p:spPr>
          <a:xfrm>
            <a:off x="8537186" y="5335649"/>
            <a:ext cx="3472843" cy="105560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pPr algn="ctr"/>
            <a:r>
              <a:rPr lang="ko-KR" altLang="en-US" dirty="0"/>
              <a:t>긴 공문 → 짧은 </a:t>
            </a:r>
            <a:r>
              <a:rPr lang="en-US" altLang="ko-KR" dirty="0"/>
              <a:t>SNS </a:t>
            </a:r>
            <a:r>
              <a:rPr lang="ko-KR" altLang="en-US" dirty="0"/>
              <a:t>안내문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8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076F85-3EE0-5AA9-D764-5238DF72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결과 확인 및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FBFF-9D04-FA39-6CF6-0691FB98F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프롬프트 작성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altLang="ko-KR" dirty="0"/>
          </a:p>
          <a:p>
            <a:r>
              <a:rPr lang="ko-KR" altLang="en-US" dirty="0"/>
              <a:t>생성된 문서 내용 검토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A6D5B-A4E3-02B0-0CC0-49E88A05D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31" y="2009906"/>
            <a:ext cx="5374136" cy="16253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1D1F8-5B79-C629-2544-A5EAD7C9A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34504"/>
            <a:ext cx="8650457" cy="1724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B9B87-7531-E290-8F04-FADCE49F1BFE}"/>
              </a:ext>
            </a:extLst>
          </p:cNvPr>
          <p:cNvSpPr txBox="1"/>
          <p:nvPr/>
        </p:nvSpPr>
        <p:spPr>
          <a:xfrm>
            <a:off x="6660448" y="2787651"/>
            <a:ext cx="3113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공문원문 실습자료 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긴버전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5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45AB6-306B-C3CE-1737-31AD5445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회의록 요약 및 정리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AC659-F450-268E-6DE6-8F5673E9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업무</a:t>
            </a:r>
            <a:r>
              <a:rPr lang="en-US" altLang="ko-KR" dirty="0"/>
              <a:t>: </a:t>
            </a:r>
            <a:r>
              <a:rPr lang="ko-KR" altLang="en-US" dirty="0"/>
              <a:t>긴 회의 내용을 핵심 안건 중심으로 요약 및 액션 플랜 작성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아래 회의록을 </a:t>
            </a:r>
            <a:r>
              <a:rPr lang="en-US" altLang="ko-KR" dirty="0"/>
              <a:t>5</a:t>
            </a:r>
            <a:r>
              <a:rPr lang="ko-KR" altLang="en-US" dirty="0"/>
              <a:t>개의 핵심 의제로 정리하고</a:t>
            </a:r>
            <a:r>
              <a:rPr lang="en-US" altLang="ko-KR" dirty="0"/>
              <a:t>, </a:t>
            </a:r>
            <a:r>
              <a:rPr lang="ko-KR" altLang="en-US" dirty="0"/>
              <a:t>각 의제에 따른 결정 사항과 담당자를 표 형태로 작성해 주세요</a:t>
            </a:r>
            <a:r>
              <a:rPr lang="en-US" altLang="ko-KR" dirty="0"/>
              <a:t>."</a:t>
            </a:r>
          </a:p>
          <a:p>
            <a:endParaRPr lang="en-US" dirty="0"/>
          </a:p>
          <a:p>
            <a:r>
              <a:rPr lang="ko-KR" altLang="en-US" dirty="0"/>
              <a:t>실습 자료</a:t>
            </a:r>
            <a:endParaRPr lang="en-US" altLang="ko-KR" dirty="0"/>
          </a:p>
          <a:p>
            <a:pPr lvl="1"/>
            <a:r>
              <a:rPr lang="ko-KR" altLang="en-US" dirty="0"/>
              <a:t>회의록 원문 </a:t>
            </a:r>
            <a:r>
              <a:rPr lang="en-US" altLang="ko-KR" dirty="0"/>
              <a:t>(2~5</a:t>
            </a:r>
            <a:r>
              <a:rPr lang="ko-KR" altLang="en-US" dirty="0"/>
              <a:t>쪽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70946-CC09-8AD0-C23D-1433ECE74A7A}"/>
              </a:ext>
            </a:extLst>
          </p:cNvPr>
          <p:cNvSpPr txBox="1"/>
          <p:nvPr/>
        </p:nvSpPr>
        <p:spPr>
          <a:xfrm>
            <a:off x="9164025" y="4482098"/>
            <a:ext cx="2344057" cy="153233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altLang="ko-KR" dirty="0"/>
              <a:t>5</a:t>
            </a:r>
            <a:r>
              <a:rPr lang="ko-KR" altLang="en-US" dirty="0"/>
              <a:t>쪽 회의록 → 핵심 의제 요약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40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BE49-3512-89F2-D7FD-553DE505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결과 확인 및 편집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79AD8-75F7-6E96-7D7D-BD4A522A4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949" y="1364117"/>
            <a:ext cx="5988195" cy="5154612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728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C5E7-F1A0-828B-FDB6-7781BC0A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문서 교정 및 개선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21B33-896E-9DC0-248C-16DD4A37F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업무</a:t>
            </a:r>
            <a:r>
              <a:rPr lang="en-US" altLang="ko-KR" dirty="0"/>
              <a:t>: </a:t>
            </a:r>
            <a:r>
              <a:rPr lang="ko-KR" altLang="en-US" dirty="0"/>
              <a:t>기존 문서</a:t>
            </a:r>
            <a:r>
              <a:rPr lang="en-US" altLang="ko-KR" dirty="0"/>
              <a:t>(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공문</a:t>
            </a:r>
            <a:r>
              <a:rPr lang="en-US" altLang="ko-KR" dirty="0"/>
              <a:t>, </a:t>
            </a:r>
            <a:r>
              <a:rPr lang="ko-KR" altLang="en-US" dirty="0"/>
              <a:t>안내문 등</a:t>
            </a:r>
            <a:r>
              <a:rPr lang="en-US" altLang="ko-KR" dirty="0"/>
              <a:t>)</a:t>
            </a:r>
            <a:r>
              <a:rPr lang="ko-KR" altLang="en-US" dirty="0"/>
              <a:t>를 더 자연스럽고 정확하게 다듬기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아래 문서를 더 간결하고 명확하게 수정해 주세요</a:t>
            </a:r>
            <a:r>
              <a:rPr lang="en-US" altLang="ko-KR" dirty="0"/>
              <a:t>. </a:t>
            </a:r>
            <a:r>
              <a:rPr lang="ko-KR" altLang="en-US" dirty="0"/>
              <a:t>중복 표현과 불필요한 단어를 제거하고</a:t>
            </a:r>
            <a:r>
              <a:rPr lang="en-US" altLang="ko-KR" dirty="0"/>
              <a:t>, </a:t>
            </a:r>
            <a:r>
              <a:rPr lang="ko-KR" altLang="en-US" dirty="0"/>
              <a:t>정중한 행정 문체로 바꿔 주세요</a:t>
            </a:r>
            <a:r>
              <a:rPr lang="en-US" altLang="ko-KR" dirty="0"/>
              <a:t>."</a:t>
            </a:r>
          </a:p>
          <a:p>
            <a:pPr lvl="1"/>
            <a:endParaRPr lang="en-US" dirty="0"/>
          </a:p>
          <a:p>
            <a:r>
              <a:rPr lang="ko-KR" altLang="en-US" dirty="0"/>
              <a:t>실습 자료</a:t>
            </a:r>
          </a:p>
          <a:p>
            <a:pPr lvl="1"/>
            <a:r>
              <a:rPr lang="ko-KR" altLang="en-US" dirty="0"/>
              <a:t>기존 행정 문서 초안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A7659-EDE9-52E9-F94B-14A6FBF5EA72}"/>
              </a:ext>
            </a:extLst>
          </p:cNvPr>
          <p:cNvSpPr txBox="1"/>
          <p:nvPr/>
        </p:nvSpPr>
        <p:spPr>
          <a:xfrm>
            <a:off x="8863585" y="4868108"/>
            <a:ext cx="2377440" cy="105560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ko-KR" altLang="en-US" dirty="0"/>
              <a:t>기존 공문 → 개선된 공문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7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6176-475F-BF8A-B720-50F1572C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69AF-98FC-A479-437D-0E64E895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결과 확인 및 편집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5459EC-7689-4998-5491-41DCBDCA6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2088"/>
            <a:ext cx="8373644" cy="4172532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9214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F032-5131-E073-7554-E1A0F0E3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상황별 맞춤 프롬프트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C4F09-0B4C-86C4-DDCE-C92B7C5EA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ko-KR" altLang="en-US" dirty="0"/>
              <a:t>업무나 분야별로 실제로 사용할 수 있는 프롬프트 작성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718C70-EFC4-4F33-7B2F-A219891845C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45226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2670">
                  <a:extLst>
                    <a:ext uri="{9D8B030D-6E8A-4147-A177-3AD203B41FA5}">
                      <a16:colId xmlns:a16="http://schemas.microsoft.com/office/drawing/2014/main" val="45817547"/>
                    </a:ext>
                  </a:extLst>
                </a:gridCol>
                <a:gridCol w="8142930">
                  <a:extLst>
                    <a:ext uri="{9D8B030D-6E8A-4147-A177-3AD203B41FA5}">
                      <a16:colId xmlns:a16="http://schemas.microsoft.com/office/drawing/2014/main" val="3463818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작성할 프롬프트 예시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851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마케팅 보고서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"SNS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캠페인 성과를 분석한 보고서를 작성해줘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클릭률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도달률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전환율 중심으로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간결하고 객관적으로 요약해줘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13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회의 요청 이메일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"○○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과장님께 회의 일정을 요청하는 이메일을 정중하게 써줘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다음 주 수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~</a:t>
                      </a: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금 중 가능하신 시간을 물어봐줘</a:t>
                      </a:r>
                      <a:r>
                        <a:rPr lang="en-US" altLang="ko-KR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710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블로그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"MZ</a:t>
                      </a: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세대를 겨냥한 </a:t>
                      </a:r>
                      <a:r>
                        <a:rPr lang="ko-KR" altLang="en-US" sz="24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제로웨이스트</a:t>
                      </a: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브랜드 </a:t>
                      </a:r>
                      <a:r>
                        <a:rPr lang="ko-KR" altLang="en-US" sz="24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소개글을</a:t>
                      </a: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캐주얼하고 </a:t>
                      </a:r>
                      <a:r>
                        <a:rPr lang="ko-KR" altLang="en-US" sz="24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트렌디한</a:t>
                      </a: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말투로 써줘</a:t>
                      </a:r>
                      <a:r>
                        <a:rPr lang="en-US" altLang="ko-KR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제목도 추천해줘</a:t>
                      </a:r>
                      <a:r>
                        <a:rPr lang="en-US" altLang="ko-KR" sz="2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72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89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E2AD-F896-D845-07DA-1F655FC3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공문 요약 프롬프트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6440E-B4A6-9E8E-FAA8-B649296F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: “</a:t>
            </a:r>
            <a:r>
              <a:rPr lang="ko-KR" altLang="en-US" dirty="0"/>
              <a:t>이 공문을 한두 문장으로 요약해 주세요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원문</a:t>
            </a:r>
            <a:r>
              <a:rPr lang="en-US" altLang="ko-KR" dirty="0"/>
              <a:t>: "</a:t>
            </a:r>
            <a:r>
              <a:rPr lang="ko-KR" altLang="en-US" dirty="0"/>
              <a:t>본 기관은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월부터 전 직원의 개인정보 보호 교육을 정기적으로 실시할 예정입니다</a:t>
            </a:r>
            <a:r>
              <a:rPr lang="en-US" altLang="ko-KR" dirty="0"/>
              <a:t>. </a:t>
            </a:r>
            <a:r>
              <a:rPr lang="ko-KR" altLang="en-US" dirty="0"/>
              <a:t>이에 각 부서에서는 참석자 명단을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20</a:t>
            </a:r>
            <a:r>
              <a:rPr lang="ko-KR" altLang="en-US" dirty="0"/>
              <a:t>일까지 제출해 주시기 바랍니다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 “</a:t>
            </a:r>
            <a:r>
              <a:rPr lang="ko-KR" altLang="en-US" dirty="0"/>
              <a:t>다음 내용을 </a:t>
            </a:r>
            <a:r>
              <a:rPr lang="en-US" altLang="ko-KR" dirty="0"/>
              <a:t>1-2</a:t>
            </a:r>
            <a:r>
              <a:rPr lang="ko-KR" altLang="en-US" dirty="0"/>
              <a:t>문장으로 요약해 주세요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원문</a:t>
            </a:r>
            <a:r>
              <a:rPr lang="en-US" altLang="ko-KR" dirty="0"/>
              <a:t>: "</a:t>
            </a:r>
            <a:r>
              <a:rPr lang="ko-KR" altLang="en-US" dirty="0"/>
              <a:t>본 회의에서는 신규 복지 정책 도입과 사무실 환경 개선 방안을 논의하였으며</a:t>
            </a:r>
            <a:r>
              <a:rPr lang="en-US" altLang="ko-KR" dirty="0"/>
              <a:t>, </a:t>
            </a:r>
            <a:r>
              <a:rPr lang="ko-KR" altLang="en-US" dirty="0"/>
              <a:t>관련 부서에서는 다음 달까지 구체적인 계획안을 제출하기로 함</a:t>
            </a:r>
            <a:r>
              <a:rPr lang="en-US" altLang="ko-KR" dirty="0"/>
              <a:t>."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14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8BB3-8D95-2078-B39F-6A8560B9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민원 답변 문안 작성 프롬프트</a:t>
            </a:r>
            <a:endParaRPr lang="en-US" altLang="ko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5092-FA3E-0DC4-37E2-2FE933F2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: “</a:t>
            </a:r>
            <a:r>
              <a:rPr lang="ko-KR" altLang="en-US" dirty="0"/>
              <a:t>다음 민원에 대한 답변 문안을 작성해 주세요</a:t>
            </a:r>
            <a:r>
              <a:rPr lang="en-US" altLang="ko-KR" dirty="0"/>
              <a:t>. </a:t>
            </a:r>
            <a:r>
              <a:rPr lang="ko-KR" altLang="en-US" dirty="0"/>
              <a:t>공손하고 명확하게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민원</a:t>
            </a:r>
            <a:r>
              <a:rPr lang="en-US" altLang="ko-KR" dirty="0"/>
              <a:t>: “</a:t>
            </a:r>
            <a:r>
              <a:rPr lang="ko-KR" altLang="en-US" dirty="0"/>
              <a:t>최근 신청한 서류가 아직 도착하지 않았습니다</a:t>
            </a:r>
            <a:r>
              <a:rPr lang="en-US" altLang="ko-KR" dirty="0"/>
              <a:t>. </a:t>
            </a:r>
            <a:r>
              <a:rPr lang="ko-KR" altLang="en-US" dirty="0"/>
              <a:t>처리 상황을 알려 주세요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예상 출력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746B3-8F0D-3333-010F-7EE60758B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06" y="4149423"/>
            <a:ext cx="787827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6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4751-AFE6-58D4-9CC0-075F95B5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이미지 생성 프롬프트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05F4-3A39-FEB2-E9EC-05C9FE252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주제</a:t>
            </a:r>
            <a:r>
              <a:rPr lang="en-US" altLang="ko-KR" sz="2000" dirty="0"/>
              <a:t>] + [</a:t>
            </a:r>
            <a:r>
              <a:rPr lang="ko-KR" altLang="en-US" sz="2000" dirty="0"/>
              <a:t>세부 묘사</a:t>
            </a:r>
            <a:r>
              <a:rPr lang="en-US" altLang="ko-KR" sz="2000" dirty="0"/>
              <a:t>] + [</a:t>
            </a:r>
            <a:r>
              <a:rPr lang="ko-KR" altLang="en-US" sz="2000" dirty="0"/>
              <a:t>스타일</a:t>
            </a:r>
            <a:r>
              <a:rPr lang="en-US" altLang="ko-KR" sz="2000" dirty="0"/>
              <a:t>/</a:t>
            </a:r>
            <a:r>
              <a:rPr lang="ko-KR" altLang="en-US" sz="2000" dirty="0"/>
              <a:t>기법</a:t>
            </a:r>
            <a:r>
              <a:rPr lang="en-US" altLang="ko-KR" sz="2000" dirty="0"/>
              <a:t>] + [</a:t>
            </a:r>
            <a:r>
              <a:rPr lang="ko-KR" altLang="en-US" sz="2000" dirty="0"/>
              <a:t>배경</a:t>
            </a:r>
            <a:r>
              <a:rPr lang="en-US" altLang="ko-KR" sz="2000" dirty="0"/>
              <a:t>] + [</a:t>
            </a:r>
            <a:r>
              <a:rPr lang="ko-KR" altLang="en-US" sz="2000" dirty="0"/>
              <a:t>분위기</a:t>
            </a:r>
            <a:r>
              <a:rPr lang="en-US" altLang="ko-KR" sz="2000" dirty="0"/>
              <a:t>/</a:t>
            </a:r>
            <a:r>
              <a:rPr lang="ko-KR" altLang="en-US" sz="2000" dirty="0"/>
              <a:t>추가 요소</a:t>
            </a:r>
            <a:r>
              <a:rPr lang="en-US" altLang="ko-KR" sz="2000" dirty="0"/>
              <a:t>]</a:t>
            </a:r>
          </a:p>
          <a:p>
            <a:r>
              <a:rPr lang="en-US" sz="2000" dirty="0"/>
              <a:t>"A cute cat flying in the night sky, wearing a red scarf,  cartoon style, vibrant colors, full moon and sparkling stars in the background, looking happy.＂</a:t>
            </a:r>
          </a:p>
        </p:txBody>
      </p:sp>
      <p:pic>
        <p:nvPicPr>
          <p:cNvPr id="5" name="Picture 4" descr="A cat in the sky with the moon&#10;&#10;AI-generated content may be incorrect.">
            <a:extLst>
              <a:ext uri="{FF2B5EF4-FFF2-40B4-BE49-F238E27FC236}">
                <a16:creationId xmlns:a16="http://schemas.microsoft.com/office/drawing/2014/main" id="{C6973785-7FD8-9167-D759-EA487C87D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13" y="3874532"/>
            <a:ext cx="2536371" cy="2536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9ECDA6-1A71-DA47-703B-A99BB2296BEA}"/>
              </a:ext>
            </a:extLst>
          </p:cNvPr>
          <p:cNvSpPr txBox="1"/>
          <p:nvPr/>
        </p:nvSpPr>
        <p:spPr>
          <a:xfrm>
            <a:off x="1170212" y="3521528"/>
            <a:ext cx="253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Gemini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E02B85-5252-E077-03D7-C1C8D0ED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72" y="3874532"/>
            <a:ext cx="2536371" cy="253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9DF51C-0F32-5800-7652-E75832333F26}"/>
              </a:ext>
            </a:extLst>
          </p:cNvPr>
          <p:cNvSpPr txBox="1"/>
          <p:nvPr/>
        </p:nvSpPr>
        <p:spPr>
          <a:xfrm>
            <a:off x="4365172" y="3505200"/>
            <a:ext cx="2536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Stable Diffusion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11A8D-73F8-5101-5F0B-747CD0E3BD42}"/>
              </a:ext>
            </a:extLst>
          </p:cNvPr>
          <p:cNvSpPr txBox="1"/>
          <p:nvPr/>
        </p:nvSpPr>
        <p:spPr>
          <a:xfrm>
            <a:off x="4365172" y="6410903"/>
            <a:ext cx="25363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Hugging Face Spaces</a:t>
            </a:r>
          </a:p>
        </p:txBody>
      </p:sp>
    </p:spTree>
    <p:extLst>
      <p:ext uri="{BB962C8B-B14F-4D97-AF65-F5344CB8AC3E}">
        <p14:creationId xmlns:p14="http://schemas.microsoft.com/office/powerpoint/2010/main" val="1821215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BF58-7E92-A443-1CEC-6A52FFE1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171"/>
            <a:ext cx="10515600" cy="56016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효과적인 프롬프트 작성 원칙</a:t>
            </a:r>
            <a:endParaRPr lang="en-US" dirty="0"/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C2F3A064-F0E3-02E5-5E50-F1CD9B9D23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27314"/>
          <a:ext cx="10515600" cy="5856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4633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A0DE-982C-B3BD-7633-6DA95981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마케팅</a:t>
            </a:r>
            <a:r>
              <a:rPr lang="en-US" altLang="ko-KR" dirty="0"/>
              <a:t>/</a:t>
            </a:r>
            <a:r>
              <a:rPr lang="ko-KR" altLang="en-US" dirty="0"/>
              <a:t>콘텐츠 개발용 프롬프트 템플릿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5519-03C9-2FAA-6C76-FBB696C0F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역할</a:t>
            </a:r>
            <a:r>
              <a:rPr lang="en-US" altLang="ko-KR" dirty="0"/>
              <a:t>]: </a:t>
            </a:r>
            <a:r>
              <a:rPr lang="ko-KR" altLang="en-US" dirty="0"/>
              <a:t>당신은 최고의 </a:t>
            </a:r>
            <a:r>
              <a:rPr lang="ko-KR" altLang="en-US" dirty="0" err="1"/>
              <a:t>마케터이자</a:t>
            </a:r>
            <a:r>
              <a:rPr lang="ko-KR" altLang="en-US" dirty="0"/>
              <a:t> 콘텐츠 전문가입니다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목표</a:t>
            </a:r>
            <a:r>
              <a:rPr lang="en-US" altLang="ko-KR" dirty="0"/>
              <a:t>]: [</a:t>
            </a:r>
            <a:r>
              <a:rPr lang="ko-KR" altLang="en-US" dirty="0"/>
              <a:t>타겟 고객</a:t>
            </a:r>
            <a:r>
              <a:rPr lang="en-US" altLang="ko-KR" dirty="0"/>
              <a:t>]</a:t>
            </a:r>
            <a:r>
              <a:rPr lang="ko-KR" altLang="en-US" dirty="0"/>
              <a:t>을 위한 </a:t>
            </a:r>
            <a:r>
              <a:rPr lang="en-US" altLang="ko-KR" dirty="0"/>
              <a:t>[</a:t>
            </a:r>
            <a:r>
              <a:rPr lang="ko-KR" altLang="en-US" dirty="0"/>
              <a:t>주제</a:t>
            </a:r>
            <a:r>
              <a:rPr lang="en-US" altLang="ko-KR" dirty="0"/>
              <a:t>/</a:t>
            </a:r>
            <a:r>
              <a:rPr lang="ko-KR" altLang="en-US" dirty="0"/>
              <a:t>제품</a:t>
            </a:r>
            <a:r>
              <a:rPr lang="en-US" altLang="ko-KR" dirty="0"/>
              <a:t>]</a:t>
            </a:r>
            <a:r>
              <a:rPr lang="ko-KR" altLang="en-US" dirty="0"/>
              <a:t>에 대한 흥미롭고 설득력 있는 </a:t>
            </a:r>
            <a:r>
              <a:rPr lang="en-US" altLang="ko-KR" dirty="0"/>
              <a:t>[</a:t>
            </a:r>
            <a:r>
              <a:rPr lang="ko-KR" altLang="en-US" dirty="0"/>
              <a:t>콘텐츠 유형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블로그 게시물</a:t>
            </a:r>
            <a:r>
              <a:rPr lang="en-US" altLang="ko-KR" dirty="0"/>
              <a:t>, SNS </a:t>
            </a:r>
            <a:r>
              <a:rPr lang="ko-KR" altLang="en-US" dirty="0"/>
              <a:t>게시글</a:t>
            </a:r>
            <a:r>
              <a:rPr lang="en-US" altLang="ko-KR" dirty="0"/>
              <a:t>, </a:t>
            </a:r>
            <a:r>
              <a:rPr lang="ko-KR" altLang="en-US" dirty="0"/>
              <a:t>이메일 뉴스레터</a:t>
            </a:r>
            <a:r>
              <a:rPr lang="en-US" altLang="ko-KR" dirty="0"/>
              <a:t>] </a:t>
            </a:r>
            <a:r>
              <a:rPr lang="ko-KR" altLang="en-US" dirty="0"/>
              <a:t>초안을 작성해주세요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제약 조건</a:t>
            </a:r>
            <a:r>
              <a:rPr lang="en-US" altLang="ko-KR" dirty="0"/>
              <a:t>]: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 err="1"/>
              <a:t>톤앤매너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친근하고 </a:t>
            </a:r>
            <a:r>
              <a:rPr lang="ko-KR" altLang="en-US" dirty="0" err="1"/>
              <a:t>유머러스하게</a:t>
            </a:r>
            <a:r>
              <a:rPr lang="en-US" altLang="ko-KR" dirty="0"/>
              <a:t>, </a:t>
            </a:r>
            <a:r>
              <a:rPr lang="ko-KR" altLang="en-US" dirty="0"/>
              <a:t>전문적이고 간결하게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글자 수</a:t>
            </a:r>
            <a:r>
              <a:rPr lang="en-US" altLang="ko-KR" dirty="0"/>
              <a:t>/</a:t>
            </a:r>
            <a:r>
              <a:rPr lang="ko-KR" altLang="en-US" dirty="0"/>
              <a:t>길이 제한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500</a:t>
            </a:r>
            <a:r>
              <a:rPr lang="ko-KR" altLang="en-US" dirty="0"/>
              <a:t>자 이내</a:t>
            </a:r>
            <a:r>
              <a:rPr lang="en-US" altLang="ko-KR" dirty="0"/>
              <a:t>, 3</a:t>
            </a:r>
            <a:r>
              <a:rPr lang="ko-KR" altLang="en-US" dirty="0"/>
              <a:t>단락 구성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포함해야 할 키워드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#</a:t>
            </a:r>
            <a:r>
              <a:rPr lang="ko-KR" altLang="en-US" dirty="0"/>
              <a:t>친환경</a:t>
            </a:r>
            <a:r>
              <a:rPr lang="en-US" altLang="ko-KR" dirty="0"/>
              <a:t>, #</a:t>
            </a:r>
            <a:r>
              <a:rPr lang="ko-KR" altLang="en-US" dirty="0"/>
              <a:t>지속가능성</a:t>
            </a:r>
            <a:r>
              <a:rPr lang="en-US" altLang="ko-KR" dirty="0"/>
              <a:t>, #</a:t>
            </a:r>
            <a:r>
              <a:rPr lang="ko-KR" altLang="en-US" dirty="0"/>
              <a:t>혁신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제외해야 할 내용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전문 용어 사용 자제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형식</a:t>
            </a:r>
            <a:r>
              <a:rPr lang="en-US" altLang="ko-KR" dirty="0"/>
              <a:t>]: [</a:t>
            </a:r>
            <a:r>
              <a:rPr lang="ko-KR" altLang="en-US" dirty="0"/>
              <a:t>원하는 형식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마크다운으로 제목과 소제목 포함</a:t>
            </a:r>
            <a:r>
              <a:rPr lang="en-US" altLang="ko-KR" dirty="0"/>
              <a:t>, </a:t>
            </a:r>
            <a:r>
              <a:rPr lang="ko-KR" altLang="en-US" dirty="0" err="1"/>
              <a:t>이모지</a:t>
            </a:r>
            <a:r>
              <a:rPr lang="ko-KR" altLang="en-US" dirty="0"/>
              <a:t> 포함</a:t>
            </a:r>
            <a:r>
              <a:rPr lang="en-US" altLang="ko-KR" dirty="0"/>
              <a:t>, CTA(Call to Action) </a:t>
            </a:r>
            <a:r>
              <a:rPr lang="ko-KR" altLang="en-US" dirty="0"/>
              <a:t>포함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/</a:t>
            </a:r>
            <a:r>
              <a:rPr lang="ko-KR" altLang="en-US" dirty="0"/>
              <a:t>참고 자료</a:t>
            </a:r>
            <a:r>
              <a:rPr lang="en-US" altLang="ko-KR" dirty="0"/>
              <a:t>]: (</a:t>
            </a:r>
            <a:r>
              <a:rPr lang="ko-KR" altLang="en-US" dirty="0"/>
              <a:t>선택 사항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경쟁사 콘텐츠 링크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이전에 성공했던 콘텐츠 예시</a:t>
            </a:r>
            <a:r>
              <a:rPr lang="en-US" altLang="ko-KR" dirty="0"/>
              <a:t>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D8BB6-D175-EC44-2554-DB49ECD0A375}"/>
              </a:ext>
            </a:extLst>
          </p:cNvPr>
          <p:cNvSpPr txBox="1"/>
          <p:nvPr/>
        </p:nvSpPr>
        <p:spPr>
          <a:xfrm>
            <a:off x="5367867" y="5287930"/>
            <a:ext cx="6411383" cy="11237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활용하여 아이디어를 얻고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콘텐츠를 빠르게 생성하며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고객의 반응을 예측하는 데 도움을 받을 수 있음</a:t>
            </a:r>
            <a:endParaRPr 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732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E743-EA90-F812-590A-E7FB9A96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개발용 프롬프트 템플릿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EA5A-DD76-52CF-6406-862394067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역할</a:t>
            </a:r>
            <a:r>
              <a:rPr lang="en-US" altLang="ko-KR" dirty="0"/>
              <a:t>]: </a:t>
            </a:r>
            <a:r>
              <a:rPr lang="ko-KR" altLang="en-US" dirty="0"/>
              <a:t>당신은 경험 많은 </a:t>
            </a:r>
            <a:r>
              <a:rPr lang="en-US" altLang="ko-KR" dirty="0"/>
              <a:t>[</a:t>
            </a:r>
            <a:r>
              <a:rPr lang="ko-KR" altLang="en-US" dirty="0"/>
              <a:t>언어</a:t>
            </a:r>
            <a:r>
              <a:rPr lang="en-US" altLang="ko-KR" dirty="0"/>
              <a:t>/</a:t>
            </a:r>
            <a:r>
              <a:rPr lang="ko-KR" altLang="en-US" dirty="0"/>
              <a:t>기술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Python, React, Java] </a:t>
            </a:r>
            <a:r>
              <a:rPr lang="ko-KR" altLang="en-US" dirty="0"/>
              <a:t>개발자입니다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목표</a:t>
            </a:r>
            <a:r>
              <a:rPr lang="en-US" altLang="ko-KR" dirty="0"/>
              <a:t>]: [</a:t>
            </a:r>
            <a:r>
              <a:rPr lang="ko-KR" altLang="en-US" dirty="0"/>
              <a:t>구현하고자 하는 기능</a:t>
            </a:r>
            <a:r>
              <a:rPr lang="en-US" altLang="ko-KR" dirty="0"/>
              <a:t>/</a:t>
            </a:r>
            <a:r>
              <a:rPr lang="ko-KR" altLang="en-US" dirty="0"/>
              <a:t>문제 설명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특정 데이터 구조 구현</a:t>
            </a:r>
            <a:r>
              <a:rPr lang="en-US" altLang="ko-KR" dirty="0"/>
              <a:t>, </a:t>
            </a:r>
            <a:r>
              <a:rPr lang="ko-KR" altLang="en-US" dirty="0"/>
              <a:t>버그 수정</a:t>
            </a:r>
            <a:r>
              <a:rPr lang="en-US" altLang="ko-KR" dirty="0"/>
              <a:t>, API </a:t>
            </a:r>
            <a:r>
              <a:rPr lang="ko-KR" altLang="en-US" dirty="0"/>
              <a:t>연동</a:t>
            </a:r>
            <a:r>
              <a:rPr lang="en-US" altLang="ko-KR" dirty="0"/>
              <a:t>]</a:t>
            </a:r>
            <a:r>
              <a:rPr lang="ko-KR" altLang="en-US" dirty="0"/>
              <a:t>을 위한 </a:t>
            </a: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/</a:t>
            </a:r>
            <a:r>
              <a:rPr lang="ko-KR" altLang="en-US" dirty="0"/>
              <a:t>함수</a:t>
            </a:r>
            <a:r>
              <a:rPr lang="en-US" altLang="ko-KR" dirty="0"/>
              <a:t>/</a:t>
            </a:r>
            <a:r>
              <a:rPr lang="ko-KR" altLang="en-US" dirty="0"/>
              <a:t>스크립트</a:t>
            </a:r>
            <a:r>
              <a:rPr lang="en-US" altLang="ko-KR" dirty="0"/>
              <a:t>]</a:t>
            </a:r>
            <a:r>
              <a:rPr lang="ko-KR" altLang="en-US" dirty="0"/>
              <a:t>를 작성해주세요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제약 조건</a:t>
            </a:r>
            <a:r>
              <a:rPr lang="en-US" altLang="ko-KR" dirty="0"/>
              <a:t>]: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사용할 라이브러리</a:t>
            </a:r>
            <a:r>
              <a:rPr lang="en-US" altLang="ko-KR" dirty="0"/>
              <a:t>/</a:t>
            </a:r>
            <a:r>
              <a:rPr lang="ko-KR" altLang="en-US" dirty="0"/>
              <a:t>프레임워크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Pandas, NumPy, Spring Boot]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성능 요구 사항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O(n) </a:t>
            </a:r>
            <a:r>
              <a:rPr lang="ko-KR" altLang="en-US" dirty="0"/>
              <a:t>시간 복잡도 준수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코드 스타일 가이드라인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PEP 8 </a:t>
            </a:r>
            <a:r>
              <a:rPr lang="ko-KR" altLang="en-US" dirty="0"/>
              <a:t>준수</a:t>
            </a:r>
            <a:r>
              <a:rPr lang="en-US" altLang="ko-KR" dirty="0"/>
              <a:t>, </a:t>
            </a:r>
            <a:r>
              <a:rPr lang="ko-KR" altLang="en-US" dirty="0"/>
              <a:t>주석 포함 여부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특정 에러 메시지 해결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NameError</a:t>
            </a:r>
            <a:r>
              <a:rPr lang="en-US" altLang="ko-KR" dirty="0"/>
              <a:t> </a:t>
            </a:r>
            <a:r>
              <a:rPr lang="ko-KR" altLang="en-US" dirty="0"/>
              <a:t>해결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형식</a:t>
            </a:r>
            <a:r>
              <a:rPr lang="en-US" altLang="ko-KR" dirty="0"/>
              <a:t>]: [</a:t>
            </a:r>
            <a:r>
              <a:rPr lang="ko-KR" altLang="en-US" dirty="0"/>
              <a:t>원하는 형식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코드 블록</a:t>
            </a:r>
            <a:r>
              <a:rPr lang="en-US" altLang="ko-KR" dirty="0"/>
              <a:t>, </a:t>
            </a:r>
            <a:r>
              <a:rPr lang="ko-KR" altLang="en-US" dirty="0"/>
              <a:t>테스트 케이스 포함</a:t>
            </a:r>
            <a:r>
              <a:rPr lang="en-US" altLang="ko-KR" dirty="0"/>
              <a:t>, </a:t>
            </a:r>
            <a:r>
              <a:rPr lang="ko-KR" altLang="en-US" dirty="0"/>
              <a:t>설명 주석 포함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/</a:t>
            </a:r>
            <a:r>
              <a:rPr lang="ko-KR" altLang="en-US" dirty="0"/>
              <a:t>참고 자료</a:t>
            </a:r>
            <a:r>
              <a:rPr lang="en-US" altLang="ko-KR" dirty="0"/>
              <a:t>]: (</a:t>
            </a:r>
            <a:r>
              <a:rPr lang="ko-KR" altLang="en-US" dirty="0"/>
              <a:t>선택 사항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기존 코드 </a:t>
            </a:r>
            <a:r>
              <a:rPr lang="ko-KR" altLang="en-US" dirty="0" err="1"/>
              <a:t>스니펫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원하는 출력 형식의 예시</a:t>
            </a:r>
            <a:r>
              <a:rPr lang="en-US" altLang="ko-KR" dirty="0"/>
              <a:t>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348C4-9E22-468E-AEDD-634868729C44}"/>
              </a:ext>
            </a:extLst>
          </p:cNvPr>
          <p:cNvSpPr txBox="1"/>
          <p:nvPr/>
        </p:nvSpPr>
        <p:spPr>
          <a:xfrm>
            <a:off x="6612467" y="5597763"/>
            <a:ext cx="4936975" cy="11237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활용하여 코드 생성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디버깅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문서화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알고리즘 설계 등 다양한 작업을 효율적으로 수행할 수 있음</a:t>
            </a:r>
            <a:endParaRPr 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1271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9ACB-57AB-5B6A-95F5-22D3948B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</a:t>
            </a:r>
            <a:r>
              <a:rPr lang="en-US" altLang="ko-KR" dirty="0"/>
              <a:t>/</a:t>
            </a:r>
            <a:r>
              <a:rPr lang="ko-KR" altLang="en-US" dirty="0"/>
              <a:t>프로젝트 관리용 프롬프트 템플릿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3BDC-ABC6-914D-19CB-6D85835CA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역할</a:t>
            </a:r>
            <a:r>
              <a:rPr lang="en-US" altLang="ko-KR" dirty="0"/>
              <a:t>]: </a:t>
            </a:r>
            <a:r>
              <a:rPr lang="ko-KR" altLang="en-US" dirty="0"/>
              <a:t>당신은 뛰어난 기획자이자 프로젝트 관리 전문가입니다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목표</a:t>
            </a:r>
            <a:r>
              <a:rPr lang="en-US" altLang="ko-KR" dirty="0"/>
              <a:t>]: [</a:t>
            </a:r>
            <a:r>
              <a:rPr lang="ko-KR" altLang="en-US" dirty="0"/>
              <a:t>주제</a:t>
            </a:r>
            <a:r>
              <a:rPr lang="en-US" altLang="ko-KR" dirty="0"/>
              <a:t>/</a:t>
            </a:r>
            <a:r>
              <a:rPr lang="ko-KR" altLang="en-US" dirty="0"/>
              <a:t>프로젝트명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신규 서비스 기획</a:t>
            </a:r>
            <a:r>
              <a:rPr lang="en-US" altLang="ko-KR" dirty="0"/>
              <a:t>, </a:t>
            </a:r>
            <a:r>
              <a:rPr lang="ko-KR" altLang="en-US" dirty="0"/>
              <a:t>마케팅 캠페인 계획</a:t>
            </a:r>
            <a:r>
              <a:rPr lang="en-US" altLang="ko-KR" dirty="0"/>
              <a:t>]</a:t>
            </a:r>
            <a:r>
              <a:rPr lang="ko-KR" altLang="en-US" dirty="0"/>
              <a:t>에 대한 </a:t>
            </a:r>
            <a:r>
              <a:rPr lang="en-US" altLang="ko-KR" dirty="0"/>
              <a:t>[</a:t>
            </a:r>
            <a:r>
              <a:rPr lang="ko-KR" altLang="en-US" dirty="0"/>
              <a:t>필요한 문서 유형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기획안 목차</a:t>
            </a:r>
            <a:r>
              <a:rPr lang="en-US" altLang="ko-KR" dirty="0"/>
              <a:t>, WBS(</a:t>
            </a:r>
            <a:r>
              <a:rPr lang="ko-KR" altLang="en-US" dirty="0"/>
              <a:t>작업 분해 구조</a:t>
            </a:r>
            <a:r>
              <a:rPr lang="en-US" altLang="ko-KR" dirty="0"/>
              <a:t>), SWOT </a:t>
            </a:r>
            <a:r>
              <a:rPr lang="ko-KR" altLang="en-US" dirty="0"/>
              <a:t>분석</a:t>
            </a:r>
            <a:r>
              <a:rPr lang="en-US" altLang="ko-KR" dirty="0"/>
              <a:t>, </a:t>
            </a:r>
            <a:r>
              <a:rPr lang="ko-KR" altLang="en-US" dirty="0"/>
              <a:t>보고서 초안</a:t>
            </a:r>
            <a:r>
              <a:rPr lang="en-US" altLang="ko-KR" dirty="0"/>
              <a:t>]</a:t>
            </a:r>
            <a:r>
              <a:rPr lang="ko-KR" altLang="en-US" dirty="0"/>
              <a:t>을 작성해주세요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제약 조건</a:t>
            </a:r>
            <a:r>
              <a:rPr lang="en-US" altLang="ko-KR" dirty="0"/>
              <a:t>]: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포함해야 할 핵심 요소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사용자 정의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  <a:r>
              <a:rPr lang="en-US" altLang="ko-KR" dirty="0"/>
              <a:t>, </a:t>
            </a:r>
            <a:r>
              <a:rPr lang="ko-KR" altLang="en-US" dirty="0"/>
              <a:t>기능 목록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제외해야 할 내용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기술적 구현 상세 설명 제외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대상 독자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경영진</a:t>
            </a:r>
            <a:r>
              <a:rPr lang="en-US" altLang="ko-KR" dirty="0"/>
              <a:t>, </a:t>
            </a:r>
            <a:r>
              <a:rPr lang="ko-KR" altLang="en-US" dirty="0"/>
              <a:t>개발팀</a:t>
            </a:r>
            <a:r>
              <a:rPr lang="en-US" altLang="ko-KR" dirty="0"/>
              <a:t>, </a:t>
            </a:r>
            <a:r>
              <a:rPr lang="ko-KR" altLang="en-US" dirty="0"/>
              <a:t>마케팅팀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분량</a:t>
            </a:r>
            <a:r>
              <a:rPr lang="en-US" altLang="ko-KR" dirty="0"/>
              <a:t>/</a:t>
            </a:r>
            <a:r>
              <a:rPr lang="ko-KR" altLang="en-US" dirty="0"/>
              <a:t>깊이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간략하게</a:t>
            </a:r>
            <a:r>
              <a:rPr lang="en-US" altLang="ko-KR" dirty="0"/>
              <a:t>, </a:t>
            </a:r>
            <a:r>
              <a:rPr lang="ko-KR" altLang="en-US" dirty="0"/>
              <a:t>상세하게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형식</a:t>
            </a:r>
            <a:r>
              <a:rPr lang="en-US" altLang="ko-KR" dirty="0"/>
              <a:t>]: [</a:t>
            </a:r>
            <a:r>
              <a:rPr lang="ko-KR" altLang="en-US" dirty="0"/>
              <a:t>원하는 형식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개요</a:t>
            </a:r>
            <a:r>
              <a:rPr lang="en-US" altLang="ko-KR" dirty="0"/>
              <a:t>, </a:t>
            </a:r>
            <a:r>
              <a:rPr lang="ko-KR" altLang="en-US" dirty="0"/>
              <a:t>표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/>
              <a:t>마크다운 형식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/</a:t>
            </a:r>
            <a:r>
              <a:rPr lang="ko-KR" altLang="en-US" dirty="0"/>
              <a:t>참고 자료</a:t>
            </a:r>
            <a:r>
              <a:rPr lang="en-US" altLang="ko-KR" dirty="0"/>
              <a:t>]: (</a:t>
            </a:r>
            <a:r>
              <a:rPr lang="ko-KR" altLang="en-US" dirty="0"/>
              <a:t>선택 사항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기존 기획안</a:t>
            </a:r>
            <a:r>
              <a:rPr lang="en-US" altLang="ko-KR" dirty="0"/>
              <a:t>/</a:t>
            </a:r>
            <a:r>
              <a:rPr lang="ko-KR" altLang="en-US" dirty="0"/>
              <a:t>보고서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관련 시장 트렌드 데이터</a:t>
            </a:r>
            <a:r>
              <a:rPr lang="en-US" altLang="ko-KR" dirty="0"/>
              <a:t>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31569-7B4E-49D3-65BB-8CCAAF0DD439}"/>
              </a:ext>
            </a:extLst>
          </p:cNvPr>
          <p:cNvSpPr txBox="1"/>
          <p:nvPr/>
        </p:nvSpPr>
        <p:spPr>
          <a:xfrm>
            <a:off x="5130801" y="5609664"/>
            <a:ext cx="6572250" cy="78319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통해 아이디어 발상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보고서 작성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일정 관리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리스크 분석 등 복잡한 업무를 구조화하고 효율화 할 수 있음</a:t>
            </a:r>
            <a:endParaRPr 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304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9611-0732-5848-44A5-73C406F4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HR/</a:t>
            </a:r>
            <a:r>
              <a:rPr lang="ko-KR" altLang="en-US" dirty="0"/>
              <a:t>인사 관리용 프롬프트 템플릿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8E96-8BCA-22EF-3D23-A776850BE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역할</a:t>
            </a:r>
            <a:r>
              <a:rPr lang="en-US" altLang="ko-KR" dirty="0"/>
              <a:t>]: </a:t>
            </a:r>
            <a:r>
              <a:rPr lang="ko-KR" altLang="en-US" dirty="0"/>
              <a:t>당신은 전문적인 </a:t>
            </a:r>
            <a:r>
              <a:rPr lang="en-US" altLang="ko-KR" dirty="0"/>
              <a:t>HR/</a:t>
            </a:r>
            <a:r>
              <a:rPr lang="ko-KR" altLang="en-US" dirty="0"/>
              <a:t>인사 관리 전문가입니다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목표</a:t>
            </a:r>
            <a:r>
              <a:rPr lang="en-US" altLang="ko-KR" dirty="0"/>
              <a:t>]: [</a:t>
            </a:r>
            <a:r>
              <a:rPr lang="ko-KR" altLang="en-US" dirty="0"/>
              <a:t>특정 직무</a:t>
            </a:r>
            <a:r>
              <a:rPr lang="en-US" altLang="ko-KR" dirty="0"/>
              <a:t>/</a:t>
            </a:r>
            <a:r>
              <a:rPr lang="ko-KR" altLang="en-US" dirty="0"/>
              <a:t>상황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백엔드</a:t>
            </a:r>
            <a:r>
              <a:rPr lang="ko-KR" altLang="en-US" dirty="0"/>
              <a:t> 개발자 채용</a:t>
            </a:r>
            <a:r>
              <a:rPr lang="en-US" altLang="ko-KR" dirty="0"/>
              <a:t>, </a:t>
            </a:r>
            <a:r>
              <a:rPr lang="ko-KR" altLang="en-US" dirty="0"/>
              <a:t>신입사원 </a:t>
            </a:r>
            <a:r>
              <a:rPr lang="ko-KR" altLang="en-US" dirty="0" err="1"/>
              <a:t>온보딩</a:t>
            </a:r>
            <a:r>
              <a:rPr lang="ko-KR" altLang="en-US" dirty="0"/>
              <a:t> 프로그램</a:t>
            </a:r>
            <a:r>
              <a:rPr lang="en-US" altLang="ko-KR" dirty="0"/>
              <a:t>]</a:t>
            </a:r>
            <a:r>
              <a:rPr lang="ko-KR" altLang="en-US" dirty="0"/>
              <a:t>과 관련된 </a:t>
            </a:r>
            <a:r>
              <a:rPr lang="en-US" altLang="ko-KR" dirty="0"/>
              <a:t>[</a:t>
            </a:r>
            <a:r>
              <a:rPr lang="ko-KR" altLang="en-US" dirty="0"/>
              <a:t>필요한 문서</a:t>
            </a:r>
            <a:r>
              <a:rPr lang="en-US" altLang="ko-KR" dirty="0"/>
              <a:t>/</a:t>
            </a:r>
            <a:r>
              <a:rPr lang="ko-KR" altLang="en-US" dirty="0"/>
              <a:t>정보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직무 기술서</a:t>
            </a:r>
            <a:r>
              <a:rPr lang="en-US" altLang="ko-KR" dirty="0"/>
              <a:t>, </a:t>
            </a:r>
            <a:r>
              <a:rPr lang="ko-KR" altLang="en-US" dirty="0"/>
              <a:t>면접 질문</a:t>
            </a:r>
            <a:r>
              <a:rPr lang="en-US" altLang="ko-KR" dirty="0"/>
              <a:t>, </a:t>
            </a:r>
            <a:r>
              <a:rPr lang="ko-KR" altLang="en-US" dirty="0"/>
              <a:t>교육 커리큘럼</a:t>
            </a:r>
            <a:r>
              <a:rPr lang="en-US" altLang="ko-KR" dirty="0"/>
              <a:t>]</a:t>
            </a:r>
            <a:r>
              <a:rPr lang="ko-KR" altLang="en-US" dirty="0"/>
              <a:t>을 작성해주세요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제약 조건</a:t>
            </a:r>
            <a:r>
              <a:rPr lang="en-US" altLang="ko-KR" dirty="0"/>
              <a:t>]: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필수 역량</a:t>
            </a:r>
            <a:r>
              <a:rPr lang="en-US" altLang="ko-KR" dirty="0"/>
              <a:t>/</a:t>
            </a:r>
            <a:r>
              <a:rPr lang="ko-KR" altLang="en-US" dirty="0"/>
              <a:t>기술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Python, SQL, </a:t>
            </a:r>
            <a:r>
              <a:rPr lang="ko-KR" altLang="en-US" dirty="0"/>
              <a:t>문제 해결 능력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기업 문화</a:t>
            </a:r>
            <a:r>
              <a:rPr lang="en-US" altLang="ko-KR" dirty="0"/>
              <a:t>/</a:t>
            </a:r>
            <a:r>
              <a:rPr lang="ko-KR" altLang="en-US" dirty="0"/>
              <a:t>가치관 반영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자율성</a:t>
            </a:r>
            <a:r>
              <a:rPr lang="en-US" altLang="ko-KR" dirty="0"/>
              <a:t>, </a:t>
            </a:r>
            <a:r>
              <a:rPr lang="ko-KR" altLang="en-US" dirty="0"/>
              <a:t>협업 강조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법적 준수 사항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고용 관련 법규 준수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대상 직원</a:t>
            </a:r>
            <a:r>
              <a:rPr lang="en-US" altLang="ko-KR" dirty="0"/>
              <a:t>/</a:t>
            </a:r>
            <a:r>
              <a:rPr lang="ko-KR" altLang="en-US" dirty="0"/>
              <a:t>지원자 특성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경력직</a:t>
            </a:r>
            <a:r>
              <a:rPr lang="en-US" altLang="ko-KR" dirty="0"/>
              <a:t>, </a:t>
            </a:r>
            <a:r>
              <a:rPr lang="ko-KR" altLang="en-US" dirty="0"/>
              <a:t>신입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형식</a:t>
            </a:r>
            <a:r>
              <a:rPr lang="en-US" altLang="ko-KR" dirty="0"/>
              <a:t>]: [</a:t>
            </a:r>
            <a:r>
              <a:rPr lang="ko-KR" altLang="en-US" dirty="0"/>
              <a:t>원하는 형식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항목별 리스트</a:t>
            </a:r>
            <a:r>
              <a:rPr lang="en-US" altLang="ko-KR" dirty="0"/>
              <a:t>, </a:t>
            </a:r>
            <a:r>
              <a:rPr lang="ko-KR" altLang="en-US" dirty="0"/>
              <a:t>표</a:t>
            </a:r>
            <a:r>
              <a:rPr lang="en-US" altLang="ko-KR" dirty="0"/>
              <a:t>, </a:t>
            </a:r>
            <a:r>
              <a:rPr lang="ko-KR" altLang="en-US" dirty="0"/>
              <a:t>상세 설명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예시</a:t>
            </a:r>
            <a:r>
              <a:rPr lang="en-US" altLang="ko-KR" dirty="0"/>
              <a:t>/</a:t>
            </a:r>
            <a:r>
              <a:rPr lang="ko-KR" altLang="en-US" dirty="0"/>
              <a:t>참고 자료</a:t>
            </a:r>
            <a:r>
              <a:rPr lang="en-US" altLang="ko-KR" dirty="0"/>
              <a:t>]: (</a:t>
            </a:r>
            <a:r>
              <a:rPr lang="ko-KR" altLang="en-US" dirty="0"/>
              <a:t>선택 사항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기존 직무 기술서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- [</a:t>
            </a:r>
            <a:r>
              <a:rPr lang="ko-KR" altLang="en-US" dirty="0"/>
              <a:t>회사 </a:t>
            </a:r>
            <a:r>
              <a:rPr lang="ko-KR" altLang="en-US" dirty="0" err="1"/>
              <a:t>인재상</a:t>
            </a:r>
            <a:r>
              <a:rPr lang="en-US" altLang="ko-KR" dirty="0"/>
              <a:t>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A7B9D-F3E3-027E-D277-95B4B3F543E6}"/>
              </a:ext>
            </a:extLst>
          </p:cNvPr>
          <p:cNvSpPr txBox="1"/>
          <p:nvPr/>
        </p:nvSpPr>
        <p:spPr>
          <a:xfrm>
            <a:off x="5376333" y="5701282"/>
            <a:ext cx="6402917" cy="78319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활용하여 직무 기술서 작성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면접 질문 개발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교육 프로그램 기획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직원 만족도 분석 등을 작성할 수 있음</a:t>
            </a:r>
            <a:endParaRPr 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312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D727-AF2E-5D52-6C7D-FC45EF40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에이전트</a:t>
            </a:r>
            <a:r>
              <a:rPr lang="en-US" dirty="0"/>
              <a:t> (AI Agent)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B1ADFA-44D6-4531-A5D9-D29B9B7EFB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목표</a:t>
            </a:r>
            <a:r>
              <a:rPr lang="en-US" dirty="0"/>
              <a:t>를 </a:t>
            </a:r>
            <a:r>
              <a:rPr lang="en-US" dirty="0" err="1"/>
              <a:t>이해하고</a:t>
            </a:r>
            <a:r>
              <a:rPr lang="en-US" dirty="0"/>
              <a:t>, </a:t>
            </a:r>
            <a:r>
              <a:rPr lang="en-US" dirty="0" err="1"/>
              <a:t>스스로</a:t>
            </a:r>
            <a:r>
              <a:rPr lang="en-US" dirty="0"/>
              <a:t> </a:t>
            </a:r>
            <a:r>
              <a:rPr lang="en-US" dirty="0" err="1"/>
              <a:t>계획을</a:t>
            </a:r>
            <a:r>
              <a:rPr lang="en-US" dirty="0"/>
              <a:t> </a:t>
            </a:r>
            <a:r>
              <a:rPr lang="en-US" dirty="0" err="1"/>
              <a:t>세우고</a:t>
            </a:r>
            <a:r>
              <a:rPr lang="en-US" dirty="0"/>
              <a:t>, </a:t>
            </a:r>
            <a:r>
              <a:rPr lang="en-US" dirty="0" err="1"/>
              <a:t>필요한</a:t>
            </a:r>
            <a:r>
              <a:rPr lang="en-US" dirty="0"/>
              <a:t> </a:t>
            </a:r>
            <a:r>
              <a:rPr lang="en-US" dirty="0" err="1"/>
              <a:t>도구를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작업을</a:t>
            </a:r>
            <a:r>
              <a:rPr lang="en-US" dirty="0"/>
              <a:t> </a:t>
            </a:r>
            <a:r>
              <a:rPr lang="en-US" dirty="0" err="1"/>
              <a:t>수행하는</a:t>
            </a:r>
            <a:r>
              <a:rPr lang="en-US" dirty="0"/>
              <a:t> </a:t>
            </a:r>
            <a:r>
              <a:rPr lang="en-US" dirty="0" err="1"/>
              <a:t>인공지능</a:t>
            </a:r>
            <a:endParaRPr lang="en-US" dirty="0"/>
          </a:p>
          <a:p>
            <a:endParaRPr lang="en-US" dirty="0"/>
          </a:p>
        </p:txBody>
      </p:sp>
      <p:pic>
        <p:nvPicPr>
          <p:cNvPr id="16" name="Content Placeholder 15" descr="Flat illustration AI agent keeping business workflow running automatically for task management and process efficiency">
            <a:extLst>
              <a:ext uri="{FF2B5EF4-FFF2-40B4-BE49-F238E27FC236}">
                <a16:creationId xmlns:a16="http://schemas.microsoft.com/office/drawing/2014/main" id="{CD51B4C0-81F5-56F0-56A6-937605C85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23840" y="1547111"/>
            <a:ext cx="3439026" cy="2292684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2359E776-ECFF-7151-35DA-0707AB37E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890881"/>
              </p:ext>
            </p:extLst>
          </p:nvPr>
        </p:nvGraphicFramePr>
        <p:xfrm>
          <a:off x="807467" y="4152463"/>
          <a:ext cx="10424666" cy="231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305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7912-C28A-068A-1810-4A0018FD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기반 </a:t>
            </a:r>
            <a:r>
              <a:rPr lang="en-US" altLang="ko-KR" dirty="0"/>
              <a:t>AI </a:t>
            </a:r>
            <a:r>
              <a:rPr lang="ko-KR" altLang="en-US" dirty="0"/>
              <a:t>에이전트 도구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D5AE4A-8C28-5CA8-C125-BFBDB5EB4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332458"/>
              </p:ext>
            </p:extLst>
          </p:nvPr>
        </p:nvGraphicFramePr>
        <p:xfrm>
          <a:off x="412750" y="1462088"/>
          <a:ext cx="10941050" cy="515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3118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5C73-A8EE-1992-330C-16FAE748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35AA-D58D-88B2-72CD-1E50D7FD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에이전트 기반 검색 및 문서 자동화 플랫폼</a:t>
            </a:r>
            <a:endParaRPr lang="en-US" altLang="ko-KR" dirty="0"/>
          </a:p>
          <a:p>
            <a:r>
              <a:rPr lang="en-US" altLang="ko-KR" dirty="0"/>
              <a:t>2023</a:t>
            </a:r>
            <a:r>
              <a:rPr lang="ko-KR" altLang="en-US" dirty="0"/>
              <a:t>년</a:t>
            </a:r>
            <a:r>
              <a:rPr lang="en-US" altLang="ko-KR" dirty="0"/>
              <a:t> </a:t>
            </a:r>
            <a:r>
              <a:rPr lang="en-US" dirty="0"/>
              <a:t>Eric Jing (</a:t>
            </a:r>
            <a:r>
              <a:rPr lang="ko-KR" altLang="en-US" dirty="0"/>
              <a:t>전 </a:t>
            </a:r>
            <a:r>
              <a:rPr lang="en-US" dirty="0"/>
              <a:t>Baidu </a:t>
            </a:r>
            <a:r>
              <a:rPr lang="en-US" dirty="0" err="1"/>
              <a:t>Xiaodu</a:t>
            </a:r>
            <a:r>
              <a:rPr lang="en-US" dirty="0"/>
              <a:t> CTO)</a:t>
            </a:r>
            <a:r>
              <a:rPr lang="ko-KR" altLang="en-US" dirty="0"/>
              <a:t>와 </a:t>
            </a:r>
            <a:r>
              <a:rPr lang="en-US" altLang="ko-KR" dirty="0"/>
              <a:t>Kay Zhu (</a:t>
            </a:r>
            <a:r>
              <a:rPr lang="ko-KR" altLang="en-US" dirty="0"/>
              <a:t>전 </a:t>
            </a:r>
            <a:r>
              <a:rPr lang="en-US" altLang="ko-KR" dirty="0"/>
              <a:t>Baidu </a:t>
            </a:r>
            <a:r>
              <a:rPr lang="ko-KR" altLang="en-US" dirty="0"/>
              <a:t>출신</a:t>
            </a:r>
            <a:r>
              <a:rPr lang="en-US" altLang="ko-KR" dirty="0"/>
              <a:t>)</a:t>
            </a:r>
            <a:r>
              <a:rPr lang="ko-KR" altLang="en-US" dirty="0"/>
              <a:t>이 창업</a:t>
            </a:r>
            <a:endParaRPr lang="en-US" altLang="ko-KR" dirty="0"/>
          </a:p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를 활용하여 다양한 업무를 자동화하거나 보조하도록 설계</a:t>
            </a:r>
            <a:endParaRPr lang="en-US" altLang="ko-KR" dirty="0"/>
          </a:p>
          <a:p>
            <a:r>
              <a:rPr lang="ko-KR" altLang="en-US" dirty="0"/>
              <a:t>문서 작성</a:t>
            </a:r>
            <a:r>
              <a:rPr lang="en-US" altLang="ko-KR" dirty="0"/>
              <a:t>, </a:t>
            </a:r>
            <a:r>
              <a:rPr lang="ko-KR" altLang="en-US" dirty="0"/>
              <a:t>데이터 분석</a:t>
            </a:r>
            <a:r>
              <a:rPr lang="en-US" altLang="ko-KR" dirty="0"/>
              <a:t>, </a:t>
            </a:r>
            <a:r>
              <a:rPr lang="ko-KR" altLang="en-US" dirty="0"/>
              <a:t>보고서 자동화</a:t>
            </a:r>
            <a:r>
              <a:rPr lang="en-US" altLang="ko-KR" dirty="0"/>
              <a:t>, </a:t>
            </a:r>
            <a:r>
              <a:rPr lang="ko-KR" altLang="en-US" dirty="0"/>
              <a:t>프롬프트 설계</a:t>
            </a:r>
            <a:r>
              <a:rPr lang="en-US" altLang="ko-KR" dirty="0"/>
              <a:t>, PPT/</a:t>
            </a:r>
            <a:r>
              <a:rPr lang="ko-KR" altLang="en-US" dirty="0"/>
              <a:t>엑셀 자동화 등 지원</a:t>
            </a:r>
            <a:endParaRPr lang="en-US" altLang="ko-KR" dirty="0"/>
          </a:p>
          <a:p>
            <a:r>
              <a:rPr lang="ko-KR" altLang="en-US" dirty="0"/>
              <a:t>여러 단계를 한 번에 연결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데이터 분석 → 보고서 작성 → </a:t>
            </a:r>
            <a:r>
              <a:rPr lang="en-US" altLang="ko-KR" dirty="0"/>
              <a:t>PPT </a:t>
            </a:r>
            <a:r>
              <a:rPr lang="ko-KR" altLang="en-US" dirty="0"/>
              <a:t>변환</a:t>
            </a:r>
            <a:r>
              <a:rPr lang="en-US" altLang="ko-KR" dirty="0"/>
              <a:t>) </a:t>
            </a:r>
            <a:r>
              <a:rPr lang="ko-KR" altLang="en-US" dirty="0"/>
              <a:t>하여 자동화</a:t>
            </a:r>
            <a:endParaRPr lang="en-US" altLang="ko-KR" dirty="0"/>
          </a:p>
          <a:p>
            <a:r>
              <a:rPr lang="ko-KR" altLang="en-US" dirty="0"/>
              <a:t>사용자는 자연어 지시</a:t>
            </a:r>
            <a:r>
              <a:rPr lang="en-US" altLang="ko-KR" dirty="0"/>
              <a:t>(</a:t>
            </a:r>
            <a:r>
              <a:rPr lang="ko-KR" altLang="en-US" dirty="0"/>
              <a:t>프롬프트</a:t>
            </a:r>
            <a:r>
              <a:rPr lang="en-US" altLang="ko-KR" dirty="0"/>
              <a:t>)</a:t>
            </a:r>
            <a:r>
              <a:rPr lang="ko-KR" altLang="en-US" dirty="0"/>
              <a:t>만으로 각 업무 단위를 제어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DFA97-9740-E0D5-CF93-2AAEC711C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827" y="-3521"/>
            <a:ext cx="4403284" cy="146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62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BC42-15D9-2B2C-BB2E-E13D2933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Genspark</a:t>
            </a:r>
            <a:r>
              <a:rPr lang="ko-KR" altLang="en-US" dirty="0"/>
              <a:t> 문서 생성 자동화 프로세스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B052BE-77FC-0B92-1F7A-F9550679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ko-KR" altLang="en-US" dirty="0"/>
              <a:t>정책 보고서</a:t>
            </a:r>
            <a:r>
              <a:rPr lang="en-US" altLang="ko-KR" dirty="0"/>
              <a:t>, </a:t>
            </a:r>
            <a:r>
              <a:rPr lang="ko-KR" altLang="en-US" dirty="0"/>
              <a:t>만족도 분석</a:t>
            </a:r>
            <a:r>
              <a:rPr lang="en-US" altLang="ko-KR" dirty="0"/>
              <a:t>, </a:t>
            </a:r>
            <a:r>
              <a:rPr lang="ko-KR" altLang="en-US" dirty="0"/>
              <a:t>학사운영 개선안 등을 자동 생성할 때 활용할 수 있음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538AA006-2319-C867-A0E4-78D11F889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2209339"/>
              </p:ext>
            </p:extLst>
          </p:nvPr>
        </p:nvGraphicFramePr>
        <p:xfrm>
          <a:off x="468313" y="2427514"/>
          <a:ext cx="10885487" cy="4154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3954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583AD98-2A2A-96A7-85B8-ACCB1D74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연구 보고서 자동화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8EA-3AE1-5B9B-0C3C-CAF43AF98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보고서 생성 프롬프트</a:t>
            </a:r>
            <a:endParaRPr lang="en-US" altLang="ko-KR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AFDC3D-BB55-6795-EBFF-45CCC4DB2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0477" y="1506538"/>
            <a:ext cx="6623323" cy="507523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연구 문헌 검색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정책자료</a:t>
            </a:r>
            <a:r>
              <a:rPr lang="en-US" altLang="ko-KR" sz="2000" dirty="0"/>
              <a:t>, </a:t>
            </a:r>
            <a:r>
              <a:rPr lang="ko-KR" altLang="en-US" sz="2000" dirty="0"/>
              <a:t>학술 논문 검색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9B9D1-356F-DEE6-FAEE-71B27E08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40" y="2216810"/>
            <a:ext cx="3577506" cy="9622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6A437-E85E-E98B-0C80-D843687B4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985" y="4569832"/>
            <a:ext cx="2720912" cy="1142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3B5EFC-9731-1FC3-3ACE-A9D869804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989" y="2317997"/>
            <a:ext cx="2682633" cy="1440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B704F9-F755-9795-168E-AE3A2216D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009" y="1747052"/>
            <a:ext cx="2802376" cy="18103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3A153B-8059-AD3C-132C-F61C49886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009" y="4205756"/>
            <a:ext cx="2136466" cy="2463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56DEA0B-DEEF-6A5D-73F2-A4CFB64E4F7D}"/>
              </a:ext>
            </a:extLst>
          </p:cNvPr>
          <p:cNvSpPr txBox="1">
            <a:spLocks/>
          </p:cNvSpPr>
          <p:nvPr/>
        </p:nvSpPr>
        <p:spPr>
          <a:xfrm>
            <a:off x="8622754" y="1420359"/>
            <a:ext cx="3319796" cy="4756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90000"/>
              </a:lnSpc>
            </a:pPr>
            <a:r>
              <a:rPr lang="ko-KR" altLang="en-US" sz="2000" dirty="0"/>
              <a:t>요약 보고서 작성</a:t>
            </a:r>
            <a:endParaRPr lang="en-US" sz="2000" dirty="0"/>
          </a:p>
          <a:p>
            <a:pPr marL="228600" indent="-228600">
              <a:lnSpc>
                <a:spcPct val="90000"/>
              </a:lnSpc>
            </a:pPr>
            <a:endParaRPr lang="en-US" sz="2000" dirty="0"/>
          </a:p>
          <a:p>
            <a:pPr marL="228600" indent="-228600">
              <a:lnSpc>
                <a:spcPct val="90000"/>
              </a:lnSpc>
            </a:pPr>
            <a:endParaRPr lang="en-US" sz="2000" dirty="0"/>
          </a:p>
          <a:p>
            <a:pPr marL="228600" indent="-228600">
              <a:lnSpc>
                <a:spcPct val="90000"/>
              </a:lnSpc>
            </a:pPr>
            <a:endParaRPr lang="en-US" sz="2000" dirty="0"/>
          </a:p>
          <a:p>
            <a:pPr marL="228600" indent="-228600">
              <a:lnSpc>
                <a:spcPct val="90000"/>
              </a:lnSpc>
            </a:pPr>
            <a:endParaRPr lang="en-US" sz="2000" dirty="0"/>
          </a:p>
          <a:p>
            <a:pPr marL="228600" indent="-228600">
              <a:lnSpc>
                <a:spcPct val="90000"/>
              </a:lnSpc>
            </a:pPr>
            <a:endParaRPr lang="en-US" sz="2000" dirty="0"/>
          </a:p>
          <a:p>
            <a:pPr marL="228600" indent="-228600">
              <a:lnSpc>
                <a:spcPct val="90000"/>
              </a:lnSpc>
            </a:pPr>
            <a:r>
              <a:rPr lang="en-US" sz="2000" dirty="0"/>
              <a:t>pdf</a:t>
            </a:r>
            <a:r>
              <a:rPr lang="ko-KR" altLang="en-US" sz="2000" dirty="0"/>
              <a:t> 다운로드</a:t>
            </a:r>
            <a:endParaRPr lang="en-US" sz="20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C4ECEBD-994F-21B7-21F5-A88335C83B86}"/>
              </a:ext>
            </a:extLst>
          </p:cNvPr>
          <p:cNvSpPr/>
          <p:nvPr/>
        </p:nvSpPr>
        <p:spPr>
          <a:xfrm>
            <a:off x="4530998" y="1968951"/>
            <a:ext cx="447040" cy="2420170"/>
          </a:xfrm>
          <a:prstGeom prst="leftBrace">
            <a:avLst>
              <a:gd name="adj1" fmla="val 8333"/>
              <a:gd name="adj2" fmla="val 18582"/>
            </a:avLst>
          </a:prstGeom>
          <a:ln w="28575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BC9E80E-78A4-0C4B-2C44-F00F54AF387C}"/>
              </a:ext>
            </a:extLst>
          </p:cNvPr>
          <p:cNvSpPr/>
          <p:nvPr/>
        </p:nvSpPr>
        <p:spPr>
          <a:xfrm>
            <a:off x="8146831" y="1894445"/>
            <a:ext cx="475923" cy="2463770"/>
          </a:xfrm>
          <a:prstGeom prst="rightBrace">
            <a:avLst>
              <a:gd name="adj1" fmla="val 8333"/>
              <a:gd name="adj2" fmla="val 7373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08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A03D-5AA4-643B-E673-29828829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연구 보고서 생성 프롬프트</a:t>
            </a:r>
            <a:endParaRPr lang="en-US" altLang="ko-K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52F7AA-29B2-516F-4095-0943FC36D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pPr lvl="1"/>
            <a:r>
              <a:rPr lang="ko-KR" altLang="en-US" dirty="0"/>
              <a:t>너는 심층 리서치 에이전트야</a:t>
            </a:r>
            <a:r>
              <a:rPr lang="en-US" altLang="ko-KR" dirty="0"/>
              <a:t>. </a:t>
            </a:r>
            <a:r>
              <a:rPr lang="ko-KR" altLang="en-US" dirty="0"/>
              <a:t>아래 주제에 대한 최신 정책 자료와 학술 연구를 검색해 요약 보고서를 작성해줘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주제</a:t>
            </a:r>
            <a:r>
              <a:rPr lang="en-US" altLang="ko-KR" dirty="0"/>
              <a:t>: "</a:t>
            </a:r>
            <a:r>
              <a:rPr lang="ko-KR" altLang="en-US" dirty="0"/>
              <a:t>대학 취업 지원 프로그램의 효과성</a:t>
            </a:r>
            <a:r>
              <a:rPr lang="en-US" altLang="ko-KR" dirty="0"/>
              <a:t>"</a:t>
            </a:r>
          </a:p>
          <a:p>
            <a:pPr lvl="2"/>
            <a:r>
              <a:rPr lang="ko-KR" altLang="en-US" dirty="0"/>
              <a:t>형식</a:t>
            </a:r>
            <a:r>
              <a:rPr lang="en-US" altLang="ko-KR" dirty="0"/>
              <a:t>: A4 2</a:t>
            </a:r>
            <a:r>
              <a:rPr lang="ko-KR" altLang="en-US" dirty="0"/>
              <a:t>페이지</a:t>
            </a:r>
            <a:r>
              <a:rPr lang="en-US" altLang="ko-KR" dirty="0"/>
              <a:t>, </a:t>
            </a:r>
            <a:r>
              <a:rPr lang="ko-KR" altLang="en-US" dirty="0"/>
              <a:t>참고 문헌 포함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67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9EAA-8C62-97B8-A9C5-AA033E83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중간 과정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A94F7-BA0A-0F78-AA99-17FEDA43C2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4708" y="1506538"/>
            <a:ext cx="3738697" cy="5075237"/>
          </a:xfrm>
          <a:ln>
            <a:solidFill>
              <a:schemeClr val="tx1"/>
            </a:solidFill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208CFB-4B93-F917-BA79-266C42CC02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04228" y="1506538"/>
            <a:ext cx="2917544" cy="5075237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1028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1888-6562-2272-971D-98FAEF1A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결과 보고서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1A4BB-356F-2733-0F62-8D7ABE0BE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ko-KR" altLang="en-US" dirty="0" err="1"/>
              <a:t>노션에</a:t>
            </a:r>
            <a:r>
              <a:rPr lang="ko-KR" altLang="en-US" dirty="0"/>
              <a:t> 저장하거나 파일을 다운로드 할 수 있음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0E18F-3C23-1751-11AB-3B22707EF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6279"/>
            <a:ext cx="4763165" cy="3162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30D7D5-DC93-F8A6-D6F2-EEC4C1D6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275" y="2156279"/>
            <a:ext cx="4654019" cy="38367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184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043F-D28E-41AE-4557-ABAEF6C1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교육 행정 보고서 자동화 실습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15F64-3BD0-7949-7ECB-0445064F5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너는 교육 행정 보고서 작성 전문가야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다음 데이터를 분석 후</a:t>
            </a:r>
            <a:r>
              <a:rPr lang="en-US" altLang="ko-KR" dirty="0"/>
              <a:t>, </a:t>
            </a:r>
            <a:r>
              <a:rPr lang="ko-KR" altLang="en-US" dirty="0"/>
              <a:t>보고서를 작성해줘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데이터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여기에 간략히 서술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</a:t>
            </a:r>
            <a:r>
              <a:rPr lang="ko-KR" altLang="en-US" dirty="0"/>
              <a:t>표지</a:t>
            </a:r>
            <a:r>
              <a:rPr lang="en-US" altLang="ko-KR" dirty="0"/>
              <a:t>, </a:t>
            </a:r>
            <a:r>
              <a:rPr lang="ko-KR" altLang="en-US" dirty="0"/>
              <a:t>목차</a:t>
            </a:r>
            <a:r>
              <a:rPr lang="en-US" altLang="ko-KR" dirty="0"/>
              <a:t>, </a:t>
            </a:r>
            <a:r>
              <a:rPr lang="ko-KR" altLang="en-US" dirty="0"/>
              <a:t>서론</a:t>
            </a:r>
            <a:r>
              <a:rPr lang="en-US" altLang="ko-KR" dirty="0"/>
              <a:t>, </a:t>
            </a:r>
            <a:r>
              <a:rPr lang="ko-KR" altLang="en-US" dirty="0"/>
              <a:t>본론</a:t>
            </a:r>
            <a:r>
              <a:rPr lang="en-US" altLang="ko-KR" dirty="0"/>
              <a:t>(</a:t>
            </a:r>
            <a:r>
              <a:rPr lang="ko-KR" altLang="en-US" dirty="0"/>
              <a:t>현황 분석</a:t>
            </a:r>
            <a:r>
              <a:rPr lang="en-US" altLang="ko-KR" dirty="0"/>
              <a:t>, </a:t>
            </a:r>
            <a:r>
              <a:rPr lang="ko-KR" altLang="en-US" dirty="0"/>
              <a:t>문제점</a:t>
            </a:r>
            <a:r>
              <a:rPr lang="en-US" altLang="ko-KR" dirty="0"/>
              <a:t>, </a:t>
            </a:r>
            <a:r>
              <a:rPr lang="ko-KR" altLang="en-US" dirty="0"/>
              <a:t>개선 방안</a:t>
            </a:r>
            <a:r>
              <a:rPr lang="en-US" altLang="ko-KR" dirty="0"/>
              <a:t>), </a:t>
            </a:r>
            <a:r>
              <a:rPr lang="ko-KR" altLang="en-US" dirty="0"/>
              <a:t>결론</a:t>
            </a:r>
          </a:p>
          <a:p>
            <a:pPr lvl="1"/>
            <a:r>
              <a:rPr lang="ko-KR" altLang="en-US" dirty="0"/>
              <a:t>톤</a:t>
            </a:r>
            <a:r>
              <a:rPr lang="en-US" altLang="ko-KR" dirty="0"/>
              <a:t>: </a:t>
            </a:r>
            <a:r>
              <a:rPr lang="ko-KR" altLang="en-US" dirty="0"/>
              <a:t>공적인 행정 문서 스타일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샘플 데이터</a:t>
            </a:r>
            <a:endParaRPr lang="en-US" altLang="ko-KR" dirty="0"/>
          </a:p>
          <a:p>
            <a:pPr lvl="2"/>
            <a:r>
              <a:rPr lang="en-US" altLang="ko-KR" dirty="0"/>
              <a:t>2022</a:t>
            </a:r>
            <a:r>
              <a:rPr lang="ko-KR" altLang="en-US" dirty="0"/>
              <a:t>년 졸업생 취업률</a:t>
            </a:r>
            <a:r>
              <a:rPr lang="en-US" altLang="ko-KR" dirty="0"/>
              <a:t>: 68% (</a:t>
            </a:r>
            <a:r>
              <a:rPr lang="ko-KR" altLang="en-US" dirty="0"/>
              <a:t>현장 실습 기회 부족</a:t>
            </a:r>
            <a:r>
              <a:rPr lang="en-US" altLang="ko-KR" dirty="0"/>
              <a:t>, </a:t>
            </a:r>
            <a:r>
              <a:rPr lang="ko-KR" altLang="en-US" dirty="0"/>
              <a:t>산업체 연계 프로그램 미비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2023</a:t>
            </a:r>
            <a:r>
              <a:rPr lang="ko-KR" altLang="en-US" dirty="0"/>
              <a:t>년 졸업생 취업률</a:t>
            </a:r>
            <a:r>
              <a:rPr lang="en-US" altLang="ko-KR" dirty="0"/>
              <a:t>: 74% (</a:t>
            </a:r>
            <a:r>
              <a:rPr lang="ko-KR" altLang="en-US" dirty="0"/>
              <a:t>취업 상담 부족</a:t>
            </a:r>
            <a:r>
              <a:rPr lang="en-US" altLang="ko-KR" dirty="0"/>
              <a:t>, </a:t>
            </a:r>
            <a:r>
              <a:rPr lang="ko-KR" altLang="en-US" dirty="0"/>
              <a:t>직무 역량 프로그램 부족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2024</a:t>
            </a:r>
            <a:r>
              <a:rPr lang="ko-KR" altLang="en-US" dirty="0"/>
              <a:t>년 졸업생 취업률</a:t>
            </a:r>
            <a:r>
              <a:rPr lang="en-US" altLang="ko-KR" dirty="0"/>
              <a:t>: 80% (</a:t>
            </a:r>
            <a:r>
              <a:rPr lang="ko-KR" altLang="en-US" dirty="0"/>
              <a:t>국제 취업 정보 부족</a:t>
            </a:r>
            <a:r>
              <a:rPr lang="en-US" altLang="ko-KR" dirty="0"/>
              <a:t>, </a:t>
            </a:r>
            <a:r>
              <a:rPr lang="ko-KR" altLang="en-US" dirty="0"/>
              <a:t>실전 면접 대비 프로그램 필요</a:t>
            </a:r>
            <a:r>
              <a:rPr lang="en-US" altLang="ko-KR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716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D4C1-6F03-CB73-42A4-68858769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보고서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7BC769-6B5B-A4E9-E0ED-D588034055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0317" y="1506204"/>
            <a:ext cx="3197560" cy="4572000"/>
          </a:xfrm>
          <a:ln>
            <a:solidFill>
              <a:schemeClr val="tx1"/>
            </a:solidFill>
          </a:ln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D2C7988-AB0C-972F-9CE5-537B6D9BD2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08415" y="1506204"/>
            <a:ext cx="3233111" cy="4572000"/>
          </a:xfr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F4D953-4408-7E75-2FF1-8B45AD188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064" y="1506204"/>
            <a:ext cx="3211736" cy="457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8229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2467D-C34C-30C6-3F1D-9DA439332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7287-BF38-BEF8-B4B2-BCDDF579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보고서 기반 </a:t>
            </a:r>
            <a:r>
              <a:rPr lang="en-US" altLang="ko-KR" dirty="0"/>
              <a:t>PPT </a:t>
            </a:r>
            <a:r>
              <a:rPr lang="ko-KR" altLang="en-US" dirty="0"/>
              <a:t>생성 자동화 실습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EE417-FF67-9DEB-7F3B-28F32F750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8012793" cy="5153865"/>
          </a:xfrm>
        </p:spPr>
        <p:txBody>
          <a:bodyPr/>
          <a:lstStyle/>
          <a:p>
            <a:r>
              <a:rPr lang="ko-KR" altLang="en-US" dirty="0"/>
              <a:t>프롬프트 </a:t>
            </a:r>
            <a:endParaRPr lang="en-US" altLang="ko-KR" dirty="0"/>
          </a:p>
          <a:p>
            <a:pPr lvl="1"/>
            <a:r>
              <a:rPr lang="ko-KR" altLang="en-US" dirty="0"/>
              <a:t>위 보고서를 기반으로</a:t>
            </a:r>
            <a:r>
              <a:rPr lang="en-US" altLang="ko-KR" dirty="0"/>
              <a:t>, 10</a:t>
            </a:r>
            <a:r>
              <a:rPr lang="ko-KR" altLang="en-US" dirty="0"/>
              <a:t>페이지 분량의 발표용 </a:t>
            </a:r>
            <a:r>
              <a:rPr lang="en-US" altLang="ko-KR" dirty="0"/>
              <a:t>PPT </a:t>
            </a:r>
            <a:r>
              <a:rPr lang="ko-KR" altLang="en-US" dirty="0"/>
              <a:t>초안을 작성해줘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핵심 분석</a:t>
            </a:r>
            <a:r>
              <a:rPr lang="en-US" altLang="ko-KR" dirty="0"/>
              <a:t>, </a:t>
            </a:r>
            <a:r>
              <a:rPr lang="ko-KR" altLang="en-US" dirty="0"/>
              <a:t>제안</a:t>
            </a:r>
            <a:r>
              <a:rPr lang="en-US" altLang="ko-KR" dirty="0"/>
              <a:t>, </a:t>
            </a:r>
            <a:r>
              <a:rPr lang="ko-KR" altLang="en-US" dirty="0"/>
              <a:t>결론</a:t>
            </a:r>
            <a:r>
              <a:rPr lang="en-US" altLang="ko-KR" dirty="0"/>
              <a:t>, Q&amp;A </a:t>
            </a:r>
            <a:r>
              <a:rPr lang="ko-KR" altLang="en-US" dirty="0"/>
              <a:t>포함</a:t>
            </a:r>
          </a:p>
          <a:p>
            <a:pPr lvl="1"/>
            <a:r>
              <a:rPr lang="ko-KR" altLang="en-US" dirty="0"/>
              <a:t>톤</a:t>
            </a:r>
            <a:r>
              <a:rPr lang="en-US" altLang="ko-KR" dirty="0"/>
              <a:t>: </a:t>
            </a:r>
            <a:r>
              <a:rPr lang="ko-KR" altLang="en-US" dirty="0"/>
              <a:t>간결하고 설득적인 비즈니스 스타일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B4ED5E-4EE8-3BDD-E6AD-D0B412317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93" y="1425483"/>
            <a:ext cx="2751974" cy="259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0F8C57-9647-8D7A-1ECF-E83613636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367" y="4135671"/>
            <a:ext cx="10515600" cy="25858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1042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A81A6-3DDF-41CF-61EB-2D82A185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153B-4B14-52CE-C004-7DEE60BA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엑셀 생성 자동화 실습</a:t>
            </a:r>
            <a:endParaRPr lang="en-US" altLang="ko-K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2EF8A-FE5B-9B74-44E0-E8E98907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8012793" cy="5153865"/>
          </a:xfrm>
        </p:spPr>
        <p:txBody>
          <a:bodyPr/>
          <a:lstStyle/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이 분석 데이터를 기반으로</a:t>
            </a:r>
            <a:r>
              <a:rPr lang="en-US" altLang="ko-KR" dirty="0"/>
              <a:t>, </a:t>
            </a:r>
            <a:r>
              <a:rPr lang="ko-KR" altLang="en-US" dirty="0"/>
              <a:t>요약 테이블과 지표 트렌드 그래프가 포함된 엑셀 파일을 작성해줘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시트 구성</a:t>
            </a:r>
            <a:r>
              <a:rPr lang="en-US" altLang="ko-KR" dirty="0"/>
              <a:t>: </a:t>
            </a:r>
            <a:r>
              <a:rPr lang="ko-KR" altLang="en-US" dirty="0"/>
              <a:t>데이터 원본</a:t>
            </a:r>
            <a:r>
              <a:rPr lang="en-US" altLang="ko-KR" dirty="0"/>
              <a:t>, </a:t>
            </a:r>
            <a:r>
              <a:rPr lang="ko-KR" altLang="en-US" dirty="0"/>
              <a:t>분석 요약</a:t>
            </a:r>
            <a:r>
              <a:rPr lang="en-US" altLang="ko-KR" dirty="0"/>
              <a:t>, </a:t>
            </a:r>
            <a:r>
              <a:rPr lang="ko-KR" altLang="en-US" dirty="0"/>
              <a:t>그래프</a:t>
            </a:r>
          </a:p>
          <a:p>
            <a:pPr lvl="1"/>
            <a:endParaRPr lang="ko-KR" altLang="en-US" dirty="0"/>
          </a:p>
          <a:p>
            <a:pPr lvl="1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925083-5EF9-6FA6-8A6A-0A214DF8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826" y="1462088"/>
            <a:ext cx="2751974" cy="20868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4843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CD37-1A1E-DAC7-F5EE-3CF6CC22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결과물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28D6-009A-CFEF-25F5-E7578F1A6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/>
          <a:lstStyle/>
          <a:p>
            <a:r>
              <a:rPr lang="ko-KR" altLang="en-US" dirty="0"/>
              <a:t>생성된 파일들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96DABAB-C385-D2EE-B0BB-1EF60D919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204"/>
            <a:ext cx="5181600" cy="5076025"/>
          </a:xfrm>
        </p:spPr>
        <p:txBody>
          <a:bodyPr/>
          <a:lstStyle/>
          <a:p>
            <a:r>
              <a:rPr lang="ko-KR" altLang="en-US" dirty="0"/>
              <a:t>주요 분석 결과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6C5EC8-C07F-3C2D-24C9-A486130C1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01" y="2233053"/>
            <a:ext cx="3561534" cy="3793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619B51-8EE7-0F3D-060A-3239480F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91" y="2024828"/>
            <a:ext cx="4304199" cy="42962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6981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0EB90E-1A34-9FFA-78F7-08CF7CEB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9623F-5BA7-966D-2781-2CBB0D70C5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문제점 변화 추이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83AA5A-21D6-F03A-5429-0ECA673A3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엑셀 파일 구성</a:t>
            </a:r>
            <a:endParaRPr lang="en-US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0FFA980F-7968-CA82-FB1F-3502A3607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05" y="2051756"/>
            <a:ext cx="3570515" cy="4661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BB4D3C-7015-A2CC-052D-F162412BB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404" y="2051756"/>
            <a:ext cx="4591691" cy="22863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4166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7BB33-74F4-21D8-F01D-A5D347DE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E1C9-A824-9C52-6B39-71982F73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 문서 편집 및 교차 검증 자동화 실습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5D8A0-1CDD-91A6-2918-C7D4EA245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7513224" cy="5076025"/>
          </a:xfrm>
        </p:spPr>
        <p:txBody>
          <a:bodyPr/>
          <a:lstStyle/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작성된 보고서 문서의 정확성을 검증하고</a:t>
            </a:r>
            <a:r>
              <a:rPr lang="en-US" altLang="ko-KR" dirty="0"/>
              <a:t>, </a:t>
            </a:r>
            <a:r>
              <a:rPr lang="ko-KR" altLang="en-US" dirty="0"/>
              <a:t>필요한 부분에 수정 및 보완 의견을 달아줘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</a:t>
            </a:r>
            <a:r>
              <a:rPr lang="ko-KR" altLang="en-US" dirty="0"/>
              <a:t>원문 하단에 수정 코멘트 추가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5D94B-2715-1FF9-6C28-8AE4A77F7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76" y="3791631"/>
            <a:ext cx="3555938" cy="2477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94764-AC7B-D70B-9A0D-6B85324C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992" y="2271924"/>
            <a:ext cx="2954805" cy="39973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14DF07F-5A9F-97C6-A548-58883081D2CF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8469992" y="1506538"/>
            <a:ext cx="2883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결과 보고서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41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A910-F158-1800-A27D-94FAB426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 과정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7A23-991A-6900-F760-0FDB628EDA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자료 검색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420BE-2417-2115-6B23-E31C4E5B02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마인드맵 생성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F6639-6D59-62FD-8BDD-79148DE1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8286"/>
            <a:ext cx="5056166" cy="44304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C12A09-6C7D-E7BC-A99C-603BF9F0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68" y="2068286"/>
            <a:ext cx="4943332" cy="28361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2377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E0C9-354C-2877-443E-7069A292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Goover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5923-3939-D590-D54F-CB03FE7F9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데이터 분석 및 문서 자동화 솔루션</a:t>
            </a:r>
            <a:endParaRPr lang="en-US" altLang="ko-KR" dirty="0"/>
          </a:p>
          <a:p>
            <a:r>
              <a:rPr lang="ko-KR" altLang="en-US" dirty="0" err="1"/>
              <a:t>업로드된</a:t>
            </a:r>
            <a:r>
              <a:rPr lang="ko-KR" altLang="en-US" dirty="0"/>
              <a:t> </a:t>
            </a:r>
            <a:r>
              <a:rPr lang="en-US" altLang="ko-KR" dirty="0"/>
              <a:t>CSV, Excel </a:t>
            </a:r>
            <a:r>
              <a:rPr lang="ko-KR" altLang="en-US" dirty="0"/>
              <a:t>등 다양한 형식의 데이터를 자동으로 분석</a:t>
            </a:r>
            <a:endParaRPr lang="en-US" altLang="ko-KR" dirty="0"/>
          </a:p>
          <a:p>
            <a:r>
              <a:rPr lang="ko-KR" altLang="en-US" dirty="0"/>
              <a:t>분석된 데이터를 기반으로 행정 보고서</a:t>
            </a:r>
            <a:r>
              <a:rPr lang="en-US" altLang="ko-KR" dirty="0"/>
              <a:t>, </a:t>
            </a:r>
            <a:r>
              <a:rPr lang="ko-KR" altLang="en-US" dirty="0"/>
              <a:t>성과 보고서</a:t>
            </a:r>
            <a:r>
              <a:rPr lang="en-US" altLang="ko-KR" dirty="0"/>
              <a:t>, </a:t>
            </a:r>
            <a:r>
              <a:rPr lang="ko-KR" altLang="en-US" dirty="0"/>
              <a:t>기획안 등 자동 작성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altLang="ko-KR" dirty="0"/>
              <a:t>, 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 err="1"/>
              <a:t>인포그래픽</a:t>
            </a:r>
            <a:r>
              <a:rPr lang="ko-KR" altLang="en-US" dirty="0"/>
              <a:t> 등 시각화 자료 자동 생성</a:t>
            </a:r>
            <a:endParaRPr lang="en-US" altLang="ko-KR" dirty="0"/>
          </a:p>
          <a:p>
            <a:r>
              <a:rPr lang="ko-KR" altLang="en-US" dirty="0"/>
              <a:t>생성된 보고서를 실시간으로 공유 및 공동 편집</a:t>
            </a:r>
            <a:endParaRPr lang="en-US" altLang="ko-KR" dirty="0"/>
          </a:p>
          <a:p>
            <a:r>
              <a:rPr lang="ko-KR" altLang="en-US" dirty="0"/>
              <a:t>데이터 분석 결과와 생성된 문서 간의 불일치시 자동 알림</a:t>
            </a:r>
            <a:endParaRPr lang="en-US" dirty="0"/>
          </a:p>
        </p:txBody>
      </p:sp>
      <p:pic>
        <p:nvPicPr>
          <p:cNvPr id="2050" name="Picture 2" descr="Goover, the AI Re:search Agent">
            <a:extLst>
              <a:ext uri="{FF2B5EF4-FFF2-40B4-BE49-F238E27FC236}">
                <a16:creationId xmlns:a16="http://schemas.microsoft.com/office/drawing/2014/main" id="{8F6C69F4-AB62-136B-10F5-DFDA70A1F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650" y="323057"/>
            <a:ext cx="22479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52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936A-42F9-4B81-D0B3-18B16619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Goover</a:t>
            </a:r>
            <a:r>
              <a:rPr lang="en-US" altLang="ko-KR" dirty="0"/>
              <a:t> </a:t>
            </a:r>
            <a:r>
              <a:rPr lang="ko-KR" altLang="en-US" dirty="0"/>
              <a:t>보고서 생성 자동화 프로세스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96A75-4026-0023-AF92-D845F7CB8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482539"/>
              </p:ext>
            </p:extLst>
          </p:nvPr>
        </p:nvGraphicFramePr>
        <p:xfrm>
          <a:off x="412750" y="1462088"/>
          <a:ext cx="10941050" cy="5153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411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5BB4-6028-29E9-AB18-75B0E5AE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OVER </a:t>
            </a:r>
            <a:r>
              <a:rPr lang="ko-KR" altLang="en-US" dirty="0"/>
              <a:t>사용하는 경우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1DD4-888C-8C9F-060A-2CE38A4508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리포트 선택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FAEDC-B30F-D5C7-2C93-ACDB40B1CB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보고서 타입과 스타일</a:t>
            </a:r>
            <a:r>
              <a:rPr lang="en-US" altLang="ko-KR" dirty="0"/>
              <a:t>, </a:t>
            </a:r>
            <a:r>
              <a:rPr lang="ko-KR" altLang="en-US" dirty="0"/>
              <a:t>지시사항을 입력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36997-9DBF-B5FC-9648-CFB2D6E9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976" y="2559113"/>
            <a:ext cx="3406254" cy="3668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FCF85F-7C21-EABE-CD93-8ED6390F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9646"/>
            <a:ext cx="4006755" cy="41781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3313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852A-B4BA-097F-F2EC-F7904355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OVER </a:t>
            </a:r>
            <a:r>
              <a:rPr lang="ko-KR" altLang="en-US" dirty="0"/>
              <a:t>결과물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775B51-5DFF-42D5-2573-1B4413596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왼쪽에는 리포트</a:t>
            </a:r>
            <a:r>
              <a:rPr lang="en-US" altLang="ko-KR" dirty="0"/>
              <a:t>, </a:t>
            </a:r>
            <a:r>
              <a:rPr lang="ko-KR" altLang="en-US" dirty="0"/>
              <a:t>오른쪽에는 참조링크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80B2D-7777-EF51-90F2-E37589BE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5329"/>
            <a:ext cx="4642227" cy="4460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25BE3-34DE-771E-539A-20FDC9612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303" y="2155329"/>
            <a:ext cx="3930425" cy="44679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5423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41FD-2CE9-BF32-F7C5-110542D7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분석 보고서 자동화 실습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1A03AB-4C7C-9948-9377-95F702AB0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ko-KR" altLang="en-US" dirty="0"/>
              <a:t>대학 행정팀은 최근 </a:t>
            </a:r>
            <a:r>
              <a:rPr lang="en-US" altLang="ko-KR" dirty="0"/>
              <a:t>3</a:t>
            </a:r>
            <a:r>
              <a:rPr lang="ko-KR" altLang="en-US" dirty="0"/>
              <a:t>년간의 학생 만족도 조사 데이터를 분석하여 개선 방안을 담은 보고서를 작성하려 합니다</a:t>
            </a:r>
            <a:r>
              <a:rPr lang="en-US" altLang="ko-KR" dirty="0"/>
              <a:t>. </a:t>
            </a:r>
            <a:r>
              <a:rPr lang="ko-KR" altLang="en-US" dirty="0"/>
              <a:t>데이터를 </a:t>
            </a:r>
            <a:r>
              <a:rPr lang="en-US" altLang="ko-KR" dirty="0"/>
              <a:t>AI</a:t>
            </a:r>
            <a:r>
              <a:rPr lang="ko-KR" altLang="en-US" dirty="0"/>
              <a:t>에게 제공하고</a:t>
            </a:r>
            <a:r>
              <a:rPr lang="en-US" altLang="ko-KR" dirty="0"/>
              <a:t>, </a:t>
            </a:r>
            <a:r>
              <a:rPr lang="ko-KR" altLang="en-US" dirty="0"/>
              <a:t>요약 분석 및 구체적 제언까지 포함된 보고서를 자동 생성하도록 </a:t>
            </a:r>
            <a:r>
              <a:rPr lang="ko-KR" altLang="en-US" dirty="0" err="1"/>
              <a:t>하시오</a:t>
            </a:r>
            <a:r>
              <a:rPr lang="en-US" altLang="ko-KR" dirty="0"/>
              <a:t>. </a:t>
            </a:r>
          </a:p>
          <a:p>
            <a:pPr lvl="0"/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D0E96-FD7D-5382-BA90-E3AE064F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21" y="3429000"/>
            <a:ext cx="4448796" cy="3134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C7A6AE-3832-5698-61C4-DC25B963C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954" y="3418781"/>
            <a:ext cx="2517154" cy="31443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59494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3F89BD3-5C4E-635D-220E-8D05EE18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보고서 자동화 프롬프트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A31B9-9E62-E5B0-E177-B173B9F4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75" y="1462088"/>
            <a:ext cx="10941050" cy="5153865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너는</a:t>
            </a:r>
            <a:r>
              <a:rPr lang="en-US" dirty="0"/>
              <a:t> </a:t>
            </a:r>
            <a:r>
              <a:rPr lang="en-US" dirty="0" err="1"/>
              <a:t>교육</a:t>
            </a:r>
            <a:r>
              <a:rPr lang="en-US" dirty="0"/>
              <a:t> </a:t>
            </a:r>
            <a:r>
              <a:rPr lang="en-US" dirty="0" err="1"/>
              <a:t>행정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전문가이자</a:t>
            </a:r>
            <a:r>
              <a:rPr lang="en-US" dirty="0"/>
              <a:t> </a:t>
            </a:r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en-US" dirty="0" err="1"/>
              <a:t>작성</a:t>
            </a:r>
            <a:r>
              <a:rPr lang="en-US" dirty="0"/>
              <a:t> </a:t>
            </a:r>
            <a:r>
              <a:rPr lang="en-US" dirty="0" err="1"/>
              <a:t>전문가야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아래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기반으로</a:t>
            </a:r>
            <a:r>
              <a:rPr lang="en-US" dirty="0"/>
              <a:t>, </a:t>
            </a:r>
            <a:r>
              <a:rPr lang="en-US" dirty="0" err="1"/>
              <a:t>지정된</a:t>
            </a:r>
            <a:r>
              <a:rPr lang="en-US" dirty="0"/>
              <a:t> </a:t>
            </a:r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en-US" dirty="0" err="1"/>
              <a:t>템플릿을</a:t>
            </a:r>
            <a:r>
              <a:rPr lang="en-US" dirty="0"/>
              <a:t> </a:t>
            </a:r>
            <a:r>
              <a:rPr lang="en-US" dirty="0" err="1"/>
              <a:t>활용하여</a:t>
            </a:r>
            <a:r>
              <a:rPr lang="en-US" dirty="0"/>
              <a:t> </a:t>
            </a:r>
            <a:r>
              <a:rPr lang="en-US" dirty="0" err="1"/>
              <a:t>전문적이고</a:t>
            </a:r>
            <a:r>
              <a:rPr lang="en-US" dirty="0"/>
              <a:t> </a:t>
            </a:r>
            <a:r>
              <a:rPr lang="en-US" dirty="0" err="1"/>
              <a:t>간결한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보고서를</a:t>
            </a:r>
            <a:r>
              <a:rPr lang="en-US" dirty="0"/>
              <a:t> </a:t>
            </a:r>
            <a:r>
              <a:rPr lang="en-US" dirty="0" err="1"/>
              <a:t>작성해줘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형식</a:t>
            </a:r>
            <a:r>
              <a:rPr lang="en-US" dirty="0"/>
              <a:t>: </a:t>
            </a:r>
            <a:r>
              <a:rPr lang="en-US" dirty="0" err="1"/>
              <a:t>표지</a:t>
            </a:r>
            <a:r>
              <a:rPr lang="en-US" dirty="0"/>
              <a:t>, </a:t>
            </a:r>
            <a:r>
              <a:rPr lang="en-US" dirty="0" err="1"/>
              <a:t>목차</a:t>
            </a:r>
            <a:r>
              <a:rPr lang="en-US" dirty="0"/>
              <a:t>, </a:t>
            </a:r>
            <a:r>
              <a:rPr lang="en-US" dirty="0" err="1"/>
              <a:t>서론</a:t>
            </a:r>
            <a:r>
              <a:rPr lang="en-US" dirty="0"/>
              <a:t>, </a:t>
            </a:r>
            <a:r>
              <a:rPr lang="en-US" dirty="0" err="1"/>
              <a:t>본론</a:t>
            </a:r>
            <a:r>
              <a:rPr lang="en-US" dirty="0"/>
              <a:t>(</a:t>
            </a:r>
            <a:r>
              <a:rPr lang="en-US" dirty="0" err="1"/>
              <a:t>현황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, </a:t>
            </a:r>
            <a:r>
              <a:rPr lang="en-US" dirty="0" err="1"/>
              <a:t>문제점</a:t>
            </a:r>
            <a:r>
              <a:rPr lang="en-US" dirty="0"/>
              <a:t>,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방안</a:t>
            </a:r>
            <a:r>
              <a:rPr lang="en-US" dirty="0"/>
              <a:t>), </a:t>
            </a:r>
            <a:r>
              <a:rPr lang="en-US" dirty="0" err="1"/>
              <a:t>결론</a:t>
            </a:r>
            <a:r>
              <a:rPr lang="en-US" dirty="0"/>
              <a:t> </a:t>
            </a:r>
            <a:r>
              <a:rPr lang="en-US" dirty="0" err="1"/>
              <a:t>순으로</a:t>
            </a:r>
            <a:r>
              <a:rPr lang="en-US" dirty="0"/>
              <a:t> </a:t>
            </a:r>
            <a:r>
              <a:rPr lang="en-US" dirty="0" err="1"/>
              <a:t>작성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톤: </a:t>
            </a:r>
            <a:r>
              <a:rPr lang="en-US" dirty="0" err="1"/>
              <a:t>공적인</a:t>
            </a:r>
            <a:r>
              <a:rPr lang="en-US" dirty="0"/>
              <a:t> </a:t>
            </a:r>
            <a:r>
              <a:rPr lang="en-US" dirty="0" err="1"/>
              <a:t>행정</a:t>
            </a:r>
            <a:r>
              <a:rPr lang="en-US" dirty="0"/>
              <a:t> </a:t>
            </a:r>
            <a:r>
              <a:rPr lang="en-US" dirty="0" err="1"/>
              <a:t>문서</a:t>
            </a:r>
            <a:r>
              <a:rPr lang="en-US" dirty="0"/>
              <a:t> </a:t>
            </a:r>
            <a:r>
              <a:rPr lang="en-US" dirty="0" err="1"/>
              <a:t>스타일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길이</a:t>
            </a:r>
            <a:r>
              <a:rPr lang="en-US" dirty="0"/>
              <a:t>: A4 </a:t>
            </a:r>
            <a:r>
              <a:rPr lang="en-US" dirty="0" err="1"/>
              <a:t>기준</a:t>
            </a:r>
            <a:r>
              <a:rPr lang="en-US" dirty="0"/>
              <a:t> 약 2페이지 </a:t>
            </a:r>
            <a:r>
              <a:rPr lang="en-US" dirty="0" err="1"/>
              <a:t>분량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###</a:t>
            </a:r>
          </a:p>
          <a:p>
            <a:pPr marL="0" indent="0">
              <a:buNone/>
            </a:pPr>
            <a:r>
              <a:rPr lang="en-US" dirty="0" err="1"/>
              <a:t>데이터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2022년 </a:t>
            </a:r>
            <a:r>
              <a:rPr lang="en-US" dirty="0" err="1"/>
              <a:t>학생</a:t>
            </a:r>
            <a:r>
              <a:rPr lang="en-US" dirty="0"/>
              <a:t> </a:t>
            </a:r>
            <a:r>
              <a:rPr lang="en-US" dirty="0" err="1"/>
              <a:t>만족도</a:t>
            </a:r>
            <a:r>
              <a:rPr lang="en-US" dirty="0"/>
              <a:t>: 78% (</a:t>
            </a:r>
            <a:r>
              <a:rPr lang="en-US" dirty="0" err="1"/>
              <a:t>상담</a:t>
            </a:r>
            <a:r>
              <a:rPr lang="en-US" dirty="0"/>
              <a:t> </a:t>
            </a:r>
            <a:r>
              <a:rPr lang="en-US" dirty="0" err="1"/>
              <a:t>지연</a:t>
            </a:r>
            <a:r>
              <a:rPr lang="en-US" dirty="0"/>
              <a:t>, </a:t>
            </a:r>
            <a:r>
              <a:rPr lang="en-US" dirty="0" err="1"/>
              <a:t>시설</a:t>
            </a:r>
            <a:r>
              <a:rPr lang="en-US" dirty="0"/>
              <a:t> </a:t>
            </a:r>
            <a:r>
              <a:rPr lang="en-US" dirty="0" err="1"/>
              <a:t>부족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2023년 </a:t>
            </a:r>
            <a:r>
              <a:rPr lang="en-US" dirty="0" err="1"/>
              <a:t>학생</a:t>
            </a:r>
            <a:r>
              <a:rPr lang="en-US" dirty="0"/>
              <a:t> </a:t>
            </a:r>
            <a:r>
              <a:rPr lang="en-US" dirty="0" err="1"/>
              <a:t>만족도</a:t>
            </a:r>
            <a:r>
              <a:rPr lang="en-US" dirty="0"/>
              <a:t>: 81% (</a:t>
            </a:r>
            <a:r>
              <a:rPr lang="en-US" dirty="0" err="1"/>
              <a:t>장학금</a:t>
            </a:r>
            <a:r>
              <a:rPr lang="en-US" dirty="0"/>
              <a:t> </a:t>
            </a:r>
            <a:r>
              <a:rPr lang="en-US" dirty="0" err="1"/>
              <a:t>정보</a:t>
            </a:r>
            <a:r>
              <a:rPr lang="en-US" dirty="0"/>
              <a:t> </a:t>
            </a:r>
            <a:r>
              <a:rPr lang="en-US" dirty="0" err="1"/>
              <a:t>부족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2024년 </a:t>
            </a:r>
            <a:r>
              <a:rPr lang="en-US" dirty="0" err="1"/>
              <a:t>학생</a:t>
            </a:r>
            <a:r>
              <a:rPr lang="en-US" dirty="0"/>
              <a:t> </a:t>
            </a:r>
            <a:r>
              <a:rPr lang="en-US" dirty="0" err="1"/>
              <a:t>만족도</a:t>
            </a:r>
            <a:r>
              <a:rPr lang="en-US" dirty="0"/>
              <a:t>: 85% (</a:t>
            </a:r>
            <a:r>
              <a:rPr lang="en-US" dirty="0" err="1"/>
              <a:t>취업</a:t>
            </a:r>
            <a:r>
              <a:rPr lang="en-US" dirty="0"/>
              <a:t> </a:t>
            </a:r>
            <a:r>
              <a:rPr lang="en-US" dirty="0" err="1"/>
              <a:t>지원</a:t>
            </a:r>
            <a:r>
              <a:rPr lang="en-US" dirty="0"/>
              <a:t> </a:t>
            </a:r>
            <a:r>
              <a:rPr lang="en-US" dirty="0" err="1"/>
              <a:t>부족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83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9EA7-FDBD-2A29-5B2B-FE614061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보고서 템플릿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8538-E5A7-0C2D-48CB-16B5A85A6D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&lt;</a:t>
            </a:r>
            <a:r>
              <a:rPr lang="en-US" dirty="0" err="1"/>
              <a:t>표지</a:t>
            </a:r>
            <a:r>
              <a:rPr lang="en-US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- </a:t>
            </a:r>
            <a:r>
              <a:rPr lang="en-US" dirty="0" err="1"/>
              <a:t>제목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- </a:t>
            </a:r>
            <a:r>
              <a:rPr lang="en-US" dirty="0" err="1"/>
              <a:t>작성자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- </a:t>
            </a:r>
            <a:r>
              <a:rPr lang="en-US" dirty="0" err="1"/>
              <a:t>작성일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&lt;</a:t>
            </a:r>
            <a:r>
              <a:rPr lang="en-US" dirty="0" err="1"/>
              <a:t>목차</a:t>
            </a:r>
            <a:r>
              <a:rPr lang="en-US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1. </a:t>
            </a:r>
            <a:r>
              <a:rPr lang="en-US" dirty="0" err="1"/>
              <a:t>서론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2. </a:t>
            </a:r>
            <a:r>
              <a:rPr lang="en-US" dirty="0" err="1"/>
              <a:t>본론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2-1. </a:t>
            </a:r>
            <a:r>
              <a:rPr lang="en-US" dirty="0" err="1"/>
              <a:t>현황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2-2. </a:t>
            </a:r>
            <a:r>
              <a:rPr lang="en-US" dirty="0" err="1"/>
              <a:t>문제점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2-3.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방안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3. </a:t>
            </a:r>
            <a:r>
              <a:rPr lang="en-US" dirty="0" err="1"/>
              <a:t>결론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4. </a:t>
            </a:r>
            <a:r>
              <a:rPr lang="en-US" dirty="0" err="1"/>
              <a:t>참고자료</a:t>
            </a:r>
            <a:r>
              <a:rPr lang="en-US" dirty="0"/>
              <a:t> (</a:t>
            </a:r>
            <a:r>
              <a:rPr lang="en-US" dirty="0" err="1"/>
              <a:t>필요</a:t>
            </a:r>
            <a:r>
              <a:rPr lang="en-US" dirty="0"/>
              <a:t> 시)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&lt;</a:t>
            </a:r>
            <a:r>
              <a:rPr lang="en-US" dirty="0" err="1"/>
              <a:t>본문</a:t>
            </a:r>
            <a:r>
              <a:rPr lang="en-US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각 </a:t>
            </a:r>
            <a:r>
              <a:rPr lang="en-US" dirty="0" err="1"/>
              <a:t>항목별</a:t>
            </a:r>
            <a:r>
              <a:rPr lang="en-US" dirty="0"/>
              <a:t> </a:t>
            </a:r>
            <a:r>
              <a:rPr lang="en-US" dirty="0" err="1"/>
              <a:t>내용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&lt;</a:t>
            </a:r>
            <a:r>
              <a:rPr lang="en-US" dirty="0" err="1"/>
              <a:t>첨부</a:t>
            </a:r>
            <a:r>
              <a:rPr lang="en-US" dirty="0"/>
              <a:t> </a:t>
            </a:r>
            <a:r>
              <a:rPr lang="en-US" dirty="0" err="1"/>
              <a:t>자료</a:t>
            </a:r>
            <a:r>
              <a:rPr lang="en-US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그래프</a:t>
            </a:r>
            <a:r>
              <a:rPr lang="en-US" dirty="0"/>
              <a:t>, 표 등</a:t>
            </a:r>
          </a:p>
        </p:txBody>
      </p:sp>
    </p:spTree>
    <p:extLst>
      <p:ext uri="{BB962C8B-B14F-4D97-AF65-F5344CB8AC3E}">
        <p14:creationId xmlns:p14="http://schemas.microsoft.com/office/powerpoint/2010/main" val="819741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9935B1-09A6-553E-1409-E1C5D603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중간과정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727E-E39C-3835-96DA-FC9054055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/>
          <a:lstStyle/>
          <a:p>
            <a:r>
              <a:rPr lang="ko-KR" altLang="en-US" dirty="0"/>
              <a:t>프롬프트와 보고서 템플릿 입력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58EAD2-C7B3-072E-19AE-25543053C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204"/>
            <a:ext cx="5181600" cy="5076025"/>
          </a:xfrm>
        </p:spPr>
        <p:txBody>
          <a:bodyPr/>
          <a:lstStyle/>
          <a:p>
            <a:r>
              <a:rPr lang="ko-KR" altLang="en-US" dirty="0"/>
              <a:t>중간 분석 절차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E2FBB-90D3-FB1B-1C76-90BA00F4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52" y="2217634"/>
            <a:ext cx="4448796" cy="3134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3ACEE7-82C3-4D01-E859-162B8EBDC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891" y="2217634"/>
            <a:ext cx="3269505" cy="40842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2148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9C3D-4A9C-4798-773B-237EB35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출력 결과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E6E596-380F-225F-EAE0-68A7471256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95895" y="1784097"/>
            <a:ext cx="4096322" cy="4296375"/>
          </a:xfrm>
          <a:ln>
            <a:solidFill>
              <a:schemeClr val="tx1"/>
            </a:solidFill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E76B11F-4292-4FB9-D76B-BE60F66087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4505" y="1784097"/>
            <a:ext cx="5181600" cy="4520119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4908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9E3B-C2D5-8CC0-B0A0-58C1CBC7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ko-KR" altLang="en-US" dirty="0"/>
              <a:t>출력 결과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0B1BE4-FEAB-4C6B-BC91-0A5FE51818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48" y="1400148"/>
            <a:ext cx="5551487" cy="3350035"/>
          </a:xfrm>
          <a:ln>
            <a:solidFill>
              <a:schemeClr val="tx1"/>
            </a:solidFill>
          </a:ln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3C3A774-F942-E85A-E5D8-D25EE6FB6B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3937" y="1400148"/>
            <a:ext cx="5181600" cy="256846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2472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E0EE-34E4-C731-F876-9E717410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보고서 자동화 추가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1C3AD-2B0B-7CFE-C244-ACCF5642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템플릿 구체화</a:t>
            </a:r>
            <a:endParaRPr lang="en-US" altLang="ko-KR" dirty="0"/>
          </a:p>
          <a:p>
            <a:pPr lvl="1"/>
            <a:r>
              <a:rPr lang="ko-KR" altLang="en-US" dirty="0"/>
              <a:t>각 본론 파트에 표 삽입 지시</a:t>
            </a:r>
          </a:p>
          <a:p>
            <a:pPr lvl="1"/>
            <a:r>
              <a:rPr lang="ko-KR" altLang="en-US" dirty="0"/>
              <a:t>그래프 시각화 포함</a:t>
            </a:r>
          </a:p>
          <a:p>
            <a:pPr lvl="1"/>
            <a:r>
              <a:rPr lang="ko-KR" altLang="en-US" dirty="0"/>
              <a:t>각 개선안에 예상 효과 항목 추가</a:t>
            </a:r>
            <a:endParaRPr lang="en-US" altLang="ko-KR" dirty="0"/>
          </a:p>
          <a:p>
            <a:r>
              <a:rPr lang="ko-KR" altLang="en-US" dirty="0"/>
              <a:t>톤 추가</a:t>
            </a:r>
            <a:r>
              <a:rPr lang="en-US" altLang="ko-KR" dirty="0"/>
              <a:t>: </a:t>
            </a:r>
            <a:r>
              <a:rPr lang="ko-KR" altLang="en-US" dirty="0" err="1"/>
              <a:t>포멀</a:t>
            </a:r>
            <a:r>
              <a:rPr lang="en-US" altLang="ko-KR" dirty="0"/>
              <a:t>/</a:t>
            </a:r>
            <a:r>
              <a:rPr lang="ko-KR" altLang="en-US" dirty="0"/>
              <a:t>정중</a:t>
            </a:r>
            <a:r>
              <a:rPr lang="en-US" altLang="ko-KR" dirty="0"/>
              <a:t>/</a:t>
            </a:r>
            <a:r>
              <a:rPr lang="ko-KR" altLang="en-US" dirty="0"/>
              <a:t>설득적</a:t>
            </a:r>
            <a:r>
              <a:rPr lang="en-US" altLang="ko-KR" dirty="0"/>
              <a:t>/</a:t>
            </a:r>
            <a:r>
              <a:rPr lang="ko-KR" altLang="en-US" dirty="0"/>
              <a:t>친근 등 선택 가능</a:t>
            </a:r>
          </a:p>
          <a:p>
            <a:r>
              <a:rPr lang="ko-KR" altLang="en-US" dirty="0"/>
              <a:t>출력형식 추가</a:t>
            </a:r>
            <a:endParaRPr lang="en-US" altLang="ko-KR" dirty="0"/>
          </a:p>
          <a:p>
            <a:pPr lvl="1"/>
            <a:r>
              <a:rPr lang="ko-KR" altLang="en-US" dirty="0"/>
              <a:t>마크다운</a:t>
            </a:r>
          </a:p>
          <a:p>
            <a:pPr lvl="1"/>
            <a:r>
              <a:rPr lang="en-US" altLang="ko-KR" dirty="0"/>
              <a:t>HTML</a:t>
            </a:r>
          </a:p>
          <a:p>
            <a:pPr lvl="1"/>
            <a:r>
              <a:rPr lang="en-US" altLang="ko-KR" dirty="0"/>
              <a:t>Word (docx </a:t>
            </a:r>
            <a:r>
              <a:rPr lang="ko-KR" altLang="en-US" dirty="0"/>
              <a:t>변환 후 편집</a:t>
            </a:r>
            <a:r>
              <a:rPr lang="en-US" altLang="ko-KR" dirty="0"/>
              <a:t>)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5F96CA-2182-CF08-8053-BF1E3394B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475" y="1930173"/>
            <a:ext cx="3190467" cy="319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77FCF7-EDCC-C1BF-0539-BFC7259B1BFF}"/>
              </a:ext>
            </a:extLst>
          </p:cNvPr>
          <p:cNvSpPr txBox="1"/>
          <p:nvPr/>
        </p:nvSpPr>
        <p:spPr>
          <a:xfrm>
            <a:off x="8022771" y="1511464"/>
            <a:ext cx="3603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DALL·E 3</a:t>
            </a:r>
            <a:endParaRPr lang="en-US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597140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tion AI Review - AIgantic">
            <a:extLst>
              <a:ext uri="{FF2B5EF4-FFF2-40B4-BE49-F238E27FC236}">
                <a16:creationId xmlns:a16="http://schemas.microsoft.com/office/drawing/2014/main" id="{65366F5B-8F1B-5B2C-A991-A5B48EB6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691" y="136525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1C696A-D303-B5B3-8B00-76AADB8C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Notion AI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2AFD8-1ADA-4927-0BA4-42C69296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초기에 웹</a:t>
            </a:r>
            <a:r>
              <a:rPr lang="en-US" altLang="ko-KR" dirty="0"/>
              <a:t>/</a:t>
            </a:r>
            <a:r>
              <a:rPr lang="ko-KR" altLang="en-US" dirty="0"/>
              <a:t>앱 </a:t>
            </a:r>
            <a:r>
              <a:rPr lang="ko-KR" altLang="en-US" dirty="0" err="1"/>
              <a:t>빌더로</a:t>
            </a:r>
            <a:r>
              <a:rPr lang="ko-KR" altLang="en-US" dirty="0"/>
              <a:t> 시작했지만 이후 사용자 니즈에 맞춰 생산성 앱으로 방향 전환</a:t>
            </a:r>
            <a:endParaRPr lang="en-US" altLang="ko-KR" dirty="0"/>
          </a:p>
          <a:p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, Notion AI</a:t>
            </a:r>
            <a:r>
              <a:rPr lang="ko-KR" altLang="en-US" dirty="0"/>
              <a:t> 기능을 공식 출시</a:t>
            </a:r>
            <a:endParaRPr lang="en-US" altLang="ko-KR" dirty="0"/>
          </a:p>
          <a:p>
            <a:r>
              <a:rPr lang="ko-KR" altLang="en-US" dirty="0"/>
              <a:t>문서 요약</a:t>
            </a:r>
            <a:r>
              <a:rPr lang="en-US" altLang="ko-KR" dirty="0"/>
              <a:t>, </a:t>
            </a:r>
            <a:r>
              <a:rPr lang="ko-KR" altLang="en-US" dirty="0"/>
              <a:t>콘텐츠 생성</a:t>
            </a:r>
            <a:r>
              <a:rPr lang="en-US" altLang="ko-KR" dirty="0"/>
              <a:t>, </a:t>
            </a:r>
            <a:r>
              <a:rPr lang="ko-KR" altLang="en-US" dirty="0"/>
              <a:t>자동화 지원 등 제공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기반 이메일 클라이언트</a:t>
            </a:r>
            <a:r>
              <a:rPr lang="en-US" altLang="ko-KR" dirty="0"/>
              <a:t>, </a:t>
            </a:r>
            <a:r>
              <a:rPr lang="ko-KR" altLang="en-US" dirty="0"/>
              <a:t>캘린더</a:t>
            </a:r>
            <a:r>
              <a:rPr lang="en-US" altLang="ko-KR" dirty="0"/>
              <a:t>, Q&amp;A </a:t>
            </a:r>
            <a:r>
              <a:rPr lang="ko-KR" altLang="en-US" dirty="0"/>
              <a:t>기능 등 다양한 </a:t>
            </a:r>
            <a:r>
              <a:rPr lang="ko-KR" altLang="en-US" dirty="0" err="1"/>
              <a:t>멀티모달</a:t>
            </a:r>
            <a:r>
              <a:rPr lang="ko-KR" altLang="en-US" dirty="0"/>
              <a:t> 기능 추가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754C9C5-24E6-7097-D94C-3262D22C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2" y="4837241"/>
            <a:ext cx="5281128" cy="137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999715-86C0-0D61-CA88-3D0C2E9F6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43" y="4837241"/>
            <a:ext cx="3240974" cy="166153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E7C8B5-528F-6B0A-4B3D-5CE8C16AEBCD}"/>
              </a:ext>
            </a:extLst>
          </p:cNvPr>
          <p:cNvCxnSpPr>
            <a:cxnSpLocks/>
          </p:cNvCxnSpPr>
          <p:nvPr/>
        </p:nvCxnSpPr>
        <p:spPr>
          <a:xfrm flipV="1">
            <a:off x="2133601" y="5159829"/>
            <a:ext cx="5072742" cy="62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8172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1D02-4461-EA7E-A855-DBC83318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회의록 요약 실습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B8641-9315-811B-1A40-141EFFD1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다음은 내부 팀 회의록의 일부입니다</a:t>
            </a:r>
            <a:r>
              <a:rPr lang="en-US" dirty="0"/>
              <a:t>. </a:t>
            </a:r>
            <a:r>
              <a:rPr lang="ko-KR" dirty="0"/>
              <a:t>생성형 </a:t>
            </a:r>
            <a:r>
              <a:rPr lang="en-US" dirty="0"/>
              <a:t>AI</a:t>
            </a:r>
            <a:r>
              <a:rPr lang="ko-KR" dirty="0"/>
              <a:t>를 활용해 아래 조건에 요약 결과를 </a:t>
            </a:r>
            <a:r>
              <a:rPr lang="ko-KR" dirty="0" err="1"/>
              <a:t>작성하시오</a:t>
            </a:r>
            <a:r>
              <a:rPr lang="en-US" dirty="0"/>
              <a:t>.</a:t>
            </a:r>
          </a:p>
          <a:p>
            <a:pPr lvl="0"/>
            <a:r>
              <a:rPr lang="ko-KR" dirty="0"/>
              <a:t>원문 회의록</a:t>
            </a:r>
            <a:endParaRPr lang="en-US" altLang="ko-KR" dirty="0"/>
          </a:p>
          <a:p>
            <a:pPr lvl="1"/>
            <a:r>
              <a:rPr lang="en-US" dirty="0"/>
              <a:t>[PM </a:t>
            </a:r>
            <a:r>
              <a:rPr lang="ko-KR" dirty="0" err="1"/>
              <a:t>김리나</a:t>
            </a:r>
            <a:r>
              <a:rPr lang="en-US" dirty="0"/>
              <a:t>] </a:t>
            </a:r>
            <a:r>
              <a:rPr lang="ko-KR" dirty="0"/>
              <a:t>이번 </a:t>
            </a:r>
            <a:r>
              <a:rPr lang="en-US" dirty="0"/>
              <a:t>7</a:t>
            </a:r>
            <a:r>
              <a:rPr lang="ko-KR" dirty="0"/>
              <a:t>월 업데이트에는 로그인 </a:t>
            </a:r>
            <a:r>
              <a:rPr lang="en-US" dirty="0"/>
              <a:t>UI</a:t>
            </a:r>
            <a:r>
              <a:rPr lang="ko-KR" dirty="0"/>
              <a:t>를 새롭게 적용할 예정입니다</a:t>
            </a:r>
            <a:r>
              <a:rPr lang="en-US" dirty="0"/>
              <a:t>. </a:t>
            </a:r>
            <a:r>
              <a:rPr lang="ko-KR" dirty="0"/>
              <a:t>관련 시안은 다음 주까지 피드백 받아 최종 확정합니다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[</a:t>
            </a:r>
            <a:r>
              <a:rPr lang="ko-KR" dirty="0"/>
              <a:t>개발 </a:t>
            </a:r>
            <a:r>
              <a:rPr lang="ko-KR" dirty="0" err="1"/>
              <a:t>홍철우</a:t>
            </a:r>
            <a:r>
              <a:rPr lang="en-US" dirty="0"/>
              <a:t>] </a:t>
            </a:r>
            <a:r>
              <a:rPr lang="ko-KR" dirty="0"/>
              <a:t>로그인 연동 관련해서는 구글 로그인에서 오류가 있었는데</a:t>
            </a:r>
            <a:r>
              <a:rPr lang="en-US" dirty="0"/>
              <a:t>, </a:t>
            </a:r>
            <a:r>
              <a:rPr lang="ko-KR" dirty="0"/>
              <a:t>그 부분은 수정 완료했습니다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[</a:t>
            </a:r>
            <a:r>
              <a:rPr lang="ko-KR" dirty="0"/>
              <a:t>디자이너 </a:t>
            </a:r>
            <a:r>
              <a:rPr lang="ko-KR" dirty="0" err="1"/>
              <a:t>최유림</a:t>
            </a:r>
            <a:r>
              <a:rPr lang="en-US" dirty="0"/>
              <a:t>] UI </a:t>
            </a:r>
            <a:r>
              <a:rPr lang="ko-KR" dirty="0"/>
              <a:t>시안은 오늘 </a:t>
            </a:r>
            <a:r>
              <a:rPr lang="ko-KR" dirty="0" err="1"/>
              <a:t>공유드린</a:t>
            </a:r>
            <a:r>
              <a:rPr lang="ko-KR" dirty="0"/>
              <a:t> 버전이 최종안 기준이며</a:t>
            </a:r>
            <a:r>
              <a:rPr lang="en-US" dirty="0"/>
              <a:t>, </a:t>
            </a:r>
            <a:r>
              <a:rPr lang="ko-KR" dirty="0"/>
              <a:t>피드백은 </a:t>
            </a:r>
            <a:r>
              <a:rPr lang="ko-KR" dirty="0" err="1"/>
              <a:t>슬랙</a:t>
            </a:r>
            <a:r>
              <a:rPr lang="ko-KR" dirty="0"/>
              <a:t> 채널에 남겨주세요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[PM </a:t>
            </a:r>
            <a:r>
              <a:rPr lang="ko-KR" dirty="0" err="1"/>
              <a:t>김리나</a:t>
            </a:r>
            <a:r>
              <a:rPr lang="en-US" dirty="0"/>
              <a:t>] </a:t>
            </a:r>
            <a:r>
              <a:rPr lang="ko-KR" dirty="0"/>
              <a:t>일정상 </a:t>
            </a:r>
            <a:r>
              <a:rPr lang="en-US" dirty="0"/>
              <a:t>QA</a:t>
            </a:r>
            <a:r>
              <a:rPr lang="ko-KR" dirty="0"/>
              <a:t>는 </a:t>
            </a:r>
            <a:r>
              <a:rPr lang="en-US" dirty="0"/>
              <a:t>7</a:t>
            </a:r>
            <a:r>
              <a:rPr lang="ko-KR" dirty="0"/>
              <a:t>월 </a:t>
            </a:r>
            <a:r>
              <a:rPr lang="en-US" dirty="0"/>
              <a:t>10</a:t>
            </a:r>
            <a:r>
              <a:rPr lang="ko-KR" dirty="0"/>
              <a:t>일부터 시작하고</a:t>
            </a:r>
            <a:r>
              <a:rPr lang="en-US" dirty="0"/>
              <a:t>, </a:t>
            </a:r>
            <a:r>
              <a:rPr lang="ko-KR" dirty="0"/>
              <a:t>배포는 </a:t>
            </a:r>
            <a:r>
              <a:rPr lang="en-US" dirty="0"/>
              <a:t>7</a:t>
            </a:r>
            <a:r>
              <a:rPr lang="ko-KR" dirty="0"/>
              <a:t>월 </a:t>
            </a:r>
            <a:r>
              <a:rPr lang="en-US" dirty="0"/>
              <a:t>15</a:t>
            </a:r>
            <a:r>
              <a:rPr lang="ko-KR" dirty="0"/>
              <a:t>일 예정입니다</a:t>
            </a:r>
            <a:r>
              <a:rPr lang="en-US" dirty="0"/>
              <a:t>. </a:t>
            </a:r>
            <a:r>
              <a:rPr lang="ko-KR" dirty="0"/>
              <a:t>일정 변동 있으면 바로 </a:t>
            </a:r>
            <a:r>
              <a:rPr lang="ko-KR" dirty="0" err="1"/>
              <a:t>공유드릴게요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8898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C5E6-D714-9C50-6677-1626982A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회의록 요약 실습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16276-C5AF-C60E-A99C-4EFC646C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dirty="0"/>
              <a:t>요구사항</a:t>
            </a:r>
            <a:endParaRPr lang="en-US" dirty="0"/>
          </a:p>
          <a:p>
            <a:pPr lvl="1"/>
            <a:r>
              <a:rPr lang="en-US" dirty="0"/>
              <a:t>3~4</a:t>
            </a:r>
            <a:r>
              <a:rPr lang="ko-KR" dirty="0"/>
              <a:t>문장 요약</a:t>
            </a:r>
            <a:endParaRPr lang="en-US" dirty="0"/>
          </a:p>
          <a:p>
            <a:pPr lvl="1"/>
            <a:r>
              <a:rPr lang="ko-KR" dirty="0"/>
              <a:t>핵심 내용만 요약 </a:t>
            </a:r>
            <a:r>
              <a:rPr lang="en-US" dirty="0"/>
              <a:t>(</a:t>
            </a:r>
            <a:r>
              <a:rPr lang="ko-KR" dirty="0"/>
              <a:t>중복 제거</a:t>
            </a:r>
            <a:r>
              <a:rPr lang="en-US" dirty="0"/>
              <a:t>, </a:t>
            </a:r>
            <a:r>
              <a:rPr lang="ko-KR" dirty="0"/>
              <a:t>역할 중심 구조 </a:t>
            </a:r>
            <a:r>
              <a:rPr lang="en-US" dirty="0"/>
              <a:t>OK)</a:t>
            </a:r>
          </a:p>
          <a:p>
            <a:pPr lvl="1"/>
            <a:r>
              <a:rPr lang="ko-KR" dirty="0"/>
              <a:t>어조는 간결하고 객관적</a:t>
            </a:r>
            <a:endParaRPr lang="en-US" altLang="ko-KR" dirty="0"/>
          </a:p>
          <a:p>
            <a:pPr lvl="1"/>
            <a:endParaRPr lang="en-US" dirty="0"/>
          </a:p>
          <a:p>
            <a:pPr lvl="0"/>
            <a:r>
              <a:rPr lang="ko-KR" altLang="en-US" dirty="0"/>
              <a:t>예상 출력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584EB-28D4-E066-9710-3594D5740DAE}"/>
              </a:ext>
            </a:extLst>
          </p:cNvPr>
          <p:cNvSpPr txBox="1"/>
          <p:nvPr/>
        </p:nvSpPr>
        <p:spPr>
          <a:xfrm>
            <a:off x="838200" y="4424419"/>
            <a:ext cx="939165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7</a:t>
            </a:r>
            <a:r>
              <a:rPr lang="ko-KR" sz="2400" dirty="0"/>
              <a:t>월 업데이트에서는 새 로그인 </a:t>
            </a:r>
            <a:r>
              <a:rPr lang="en-US" sz="2400" dirty="0"/>
              <a:t>UI</a:t>
            </a:r>
            <a:r>
              <a:rPr lang="ko-KR" sz="2400" dirty="0"/>
              <a:t>가 적용되며</a:t>
            </a:r>
            <a:r>
              <a:rPr lang="en-US" sz="2400" dirty="0"/>
              <a:t>, UI </a:t>
            </a:r>
            <a:r>
              <a:rPr lang="ko-KR" sz="2400" dirty="0"/>
              <a:t>시안 피드백은 다음 주까지 수렴한다</a:t>
            </a:r>
            <a:r>
              <a:rPr lang="en-US" sz="2400" dirty="0"/>
              <a:t>. </a:t>
            </a:r>
            <a:r>
              <a:rPr lang="ko-KR" sz="2400" dirty="0"/>
              <a:t>구글 로그인 오류는 수정 완료되었다</a:t>
            </a:r>
            <a:r>
              <a:rPr lang="en-US" sz="2400" dirty="0"/>
              <a:t>. QA</a:t>
            </a:r>
            <a:r>
              <a:rPr lang="ko-KR" sz="2400" dirty="0"/>
              <a:t>는 </a:t>
            </a:r>
            <a:r>
              <a:rPr lang="en-US" sz="2400" dirty="0"/>
              <a:t>7</a:t>
            </a:r>
            <a:r>
              <a:rPr lang="ko-KR" sz="2400" dirty="0"/>
              <a:t>월 </a:t>
            </a:r>
            <a:r>
              <a:rPr lang="en-US" sz="2400" dirty="0"/>
              <a:t>10</a:t>
            </a:r>
            <a:r>
              <a:rPr lang="ko-KR" sz="2400" dirty="0"/>
              <a:t>일부터 시작하고</a:t>
            </a:r>
            <a:r>
              <a:rPr lang="en-US" sz="2400" dirty="0"/>
              <a:t>, </a:t>
            </a:r>
            <a:r>
              <a:rPr lang="ko-KR" sz="2400" dirty="0"/>
              <a:t>최종 배포는 </a:t>
            </a:r>
            <a:r>
              <a:rPr lang="en-US" sz="2400" dirty="0"/>
              <a:t>7</a:t>
            </a:r>
            <a:r>
              <a:rPr lang="ko-KR" sz="2400" dirty="0"/>
              <a:t>월 </a:t>
            </a:r>
            <a:r>
              <a:rPr lang="en-US" sz="2400" dirty="0"/>
              <a:t>15</a:t>
            </a:r>
            <a:r>
              <a:rPr lang="ko-KR" sz="2400" dirty="0"/>
              <a:t>일로 예정되어 있다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62400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CC10-9AF9-3C3A-8AC8-38D24357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회의록 요약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BD18-190F-3453-85D5-65FC59BA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위 회의록을 요약할 수 있도록 </a:t>
            </a:r>
            <a:r>
              <a:rPr lang="en-US" altLang="ko-KR" dirty="0"/>
              <a:t>AI</a:t>
            </a:r>
            <a:r>
              <a:rPr lang="ko-KR" altLang="en-US" dirty="0"/>
              <a:t>에 줄 수 있는 프롬프트를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예상 출력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회의록을 역할별로 </a:t>
            </a:r>
            <a:r>
              <a:rPr lang="ko-KR" altLang="en-US" dirty="0" err="1"/>
              <a:t>요약하시오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PM / </a:t>
            </a:r>
            <a:r>
              <a:rPr lang="ko-KR" altLang="en-US" dirty="0"/>
              <a:t>개발 </a:t>
            </a:r>
            <a:r>
              <a:rPr lang="en-US" altLang="ko-KR" dirty="0"/>
              <a:t>/ </a:t>
            </a:r>
            <a:r>
              <a:rPr lang="ko-KR" altLang="en-US" dirty="0"/>
              <a:t>디자인 발언 정리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요약문에 </a:t>
            </a:r>
            <a:r>
              <a:rPr lang="en-US" altLang="ko-KR" dirty="0"/>
              <a:t>TO-DO </a:t>
            </a:r>
            <a:r>
              <a:rPr lang="ko-KR" altLang="en-US" dirty="0"/>
              <a:t>리스트를 자동으로 </a:t>
            </a:r>
            <a:r>
              <a:rPr lang="ko-KR" altLang="en-US" dirty="0" err="1"/>
              <a:t>추출하시오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요약에 감정 분석을 </a:t>
            </a:r>
            <a:r>
              <a:rPr lang="ko-KR" altLang="en-US" dirty="0" err="1"/>
              <a:t>포함하시오</a:t>
            </a:r>
            <a:r>
              <a:rPr lang="ko-KR" altLang="en-US" dirty="0"/>
              <a:t> </a:t>
            </a:r>
            <a:r>
              <a:rPr lang="en-US" altLang="ko-KR" dirty="0"/>
              <a:t>("</a:t>
            </a:r>
            <a:r>
              <a:rPr lang="ko-KR" altLang="en-US" dirty="0"/>
              <a:t>회의 분위기</a:t>
            </a:r>
            <a:r>
              <a:rPr lang="en-US" altLang="ko-KR" dirty="0"/>
              <a:t>: </a:t>
            </a:r>
            <a:r>
              <a:rPr lang="ko-KR" altLang="en-US" dirty="0"/>
              <a:t>전반적으로 원활</a:t>
            </a:r>
            <a:r>
              <a:rPr lang="en-US" altLang="ko-KR" dirty="0"/>
              <a:t>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F4927-CA33-FBDD-F891-00AFCC8F4AFC}"/>
              </a:ext>
            </a:extLst>
          </p:cNvPr>
          <p:cNvSpPr txBox="1"/>
          <p:nvPr/>
        </p:nvSpPr>
        <p:spPr>
          <a:xfrm>
            <a:off x="1018708" y="3170297"/>
            <a:ext cx="9331656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/>
              <a:t>"</a:t>
            </a:r>
            <a:r>
              <a:rPr lang="ko-KR" altLang="en-US" sz="2400" dirty="0"/>
              <a:t>아래 회의록을 </a:t>
            </a:r>
            <a:r>
              <a:rPr lang="en-US" altLang="ko-KR" sz="2400" dirty="0"/>
              <a:t>3~4</a:t>
            </a:r>
            <a:r>
              <a:rPr lang="ko-KR" altLang="en-US" sz="2400" dirty="0"/>
              <a:t>문장으로 요약해줘</a:t>
            </a:r>
            <a:r>
              <a:rPr lang="en-US" altLang="ko-KR" sz="2400" dirty="0"/>
              <a:t>. </a:t>
            </a:r>
            <a:r>
              <a:rPr lang="ko-KR" altLang="en-US" sz="2400" dirty="0"/>
              <a:t>핵심 일정</a:t>
            </a:r>
            <a:r>
              <a:rPr lang="en-US" altLang="ko-KR" sz="2400" dirty="0"/>
              <a:t>, </a:t>
            </a:r>
            <a:r>
              <a:rPr lang="ko-KR" altLang="en-US" sz="2400" dirty="0"/>
              <a:t>완료된 작업</a:t>
            </a:r>
            <a:r>
              <a:rPr lang="en-US" altLang="ko-KR" sz="2400" dirty="0"/>
              <a:t>, </a:t>
            </a:r>
            <a:r>
              <a:rPr lang="ko-KR" altLang="en-US" sz="2400" dirty="0"/>
              <a:t>피드백 요청 사항 중심으로 간결하게 작성해줘</a:t>
            </a:r>
            <a:r>
              <a:rPr lang="en-US" altLang="ko-KR" sz="2400" dirty="0"/>
              <a:t>."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76243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22DE9E2-AEAD-706F-B47D-9ED00BCC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11" y="4178502"/>
            <a:ext cx="3453223" cy="1525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3B7791-8FE0-1FA8-0941-47DCC33C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Napkin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C1D7-BED3-F657-A196-889052B95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아이디어</a:t>
            </a:r>
            <a:r>
              <a:rPr lang="en-US" altLang="ko-KR" dirty="0"/>
              <a:t>, </a:t>
            </a:r>
            <a:r>
              <a:rPr lang="ko-KR" altLang="en-US" dirty="0"/>
              <a:t>개념</a:t>
            </a:r>
            <a:r>
              <a:rPr lang="en-US" altLang="ko-KR" dirty="0"/>
              <a:t>, </a:t>
            </a:r>
            <a:r>
              <a:rPr lang="ko-KR" altLang="en-US" dirty="0"/>
              <a:t>구조화된 정보를 시각적으로 정리할 수 있는 도구</a:t>
            </a:r>
            <a:endParaRPr lang="en-US" altLang="ko-KR" dirty="0"/>
          </a:p>
          <a:p>
            <a:r>
              <a:rPr lang="ko-KR" altLang="en-US" dirty="0"/>
              <a:t>단순한 메모를 넘어 마인드맵</a:t>
            </a:r>
            <a:r>
              <a:rPr lang="en-US" altLang="ko-KR" dirty="0"/>
              <a:t>, </a:t>
            </a:r>
            <a:r>
              <a:rPr lang="ko-KR" altLang="en-US" dirty="0" err="1"/>
              <a:t>플로우차트</a:t>
            </a:r>
            <a:r>
              <a:rPr lang="en-US" altLang="ko-KR" dirty="0"/>
              <a:t>, </a:t>
            </a:r>
            <a:r>
              <a:rPr lang="ko-KR" altLang="en-US" dirty="0"/>
              <a:t>컨셉 다이어그램 등 다양한 형태로 시각화 가능</a:t>
            </a:r>
            <a:endParaRPr lang="en-US" altLang="ko-KR" dirty="0"/>
          </a:p>
          <a:p>
            <a:r>
              <a:rPr lang="ko-KR" altLang="en-US" dirty="0"/>
              <a:t>간결한 인터페이스와 직관적인 </a:t>
            </a:r>
            <a:r>
              <a:rPr lang="en-US" altLang="ko-KR" dirty="0"/>
              <a:t>UX/UI</a:t>
            </a:r>
            <a:r>
              <a:rPr lang="ko-KR" altLang="en-US" dirty="0"/>
              <a:t>로 빠른 시각화 작업 가능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4EA89D-8806-884D-A209-A338960698B4}"/>
              </a:ext>
            </a:extLst>
          </p:cNvPr>
          <p:cNvCxnSpPr>
            <a:cxnSpLocks/>
          </p:cNvCxnSpPr>
          <p:nvPr/>
        </p:nvCxnSpPr>
        <p:spPr>
          <a:xfrm flipV="1">
            <a:off x="1334591" y="4474029"/>
            <a:ext cx="5516876" cy="564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4A0D20D-EBD3-9203-C5B3-F64286E77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467" y="3717627"/>
            <a:ext cx="4005942" cy="2641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 descr="Napkin AI Review - The Ultimate Design ...">
            <a:extLst>
              <a:ext uri="{FF2B5EF4-FFF2-40B4-BE49-F238E27FC236}">
                <a16:creationId xmlns:a16="http://schemas.microsoft.com/office/drawing/2014/main" id="{2D72B623-1980-0E4C-469B-8BC66D68A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71" y="136525"/>
            <a:ext cx="356235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84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8A40-AA4C-0ACC-9C96-5CECAE26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Napkin </a:t>
            </a:r>
            <a:r>
              <a:rPr lang="ko-KR" altLang="en-US" dirty="0"/>
              <a:t>시각화 자동화 프로세스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2BE8781-5402-A5FB-478E-48DDAA4F44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2750" y="1462088"/>
          <a:ext cx="10941050" cy="515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62201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017F-8502-7132-097B-969D0172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시각화 자동화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CD29-EA38-8E80-90A0-EC2E3A2131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Draft with AI</a:t>
            </a:r>
            <a:r>
              <a:rPr lang="ko-KR" altLang="en-US" dirty="0"/>
              <a:t>를 선택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ko-KR" altLang="en-US" dirty="0"/>
              <a:t>키워드 입력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6B4A2-75E1-8506-38B2-E8CAA34C85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결과물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93519-77F0-5D5D-C70E-21B8081E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92" y="2157732"/>
            <a:ext cx="3877216" cy="1438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1115D2-C234-C02D-A640-C7F4BDF2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91" y="4387524"/>
            <a:ext cx="3877217" cy="2067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640296-F913-AE2D-A54D-9AF7FA142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90" y="2033907"/>
            <a:ext cx="2293035" cy="3629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6089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5CAE-0734-19E7-27AA-42C16A23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 관계도 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5259-3C2E-FD84-E923-99C66370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Generate Visuals </a:t>
            </a:r>
            <a:r>
              <a:rPr lang="ko-KR" altLang="en-US" dirty="0"/>
              <a:t>버튼 클릭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35AD6C-8C7D-4147-9BDA-AA26D62BFF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제안된 그래프에서 선택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2DEBA-0156-DCB1-2685-6B60C4DA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4" y="2510807"/>
            <a:ext cx="4292732" cy="14435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B8E8E3-2EEF-E6EA-25EA-73DC1B29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962" y="2162279"/>
            <a:ext cx="3229338" cy="2886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3717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A61D-D4CE-9A0F-4180-0F49F108D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편집 및 상세화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F8D14-1831-7272-74F9-8F695E49AE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관계선</a:t>
            </a:r>
            <a:r>
              <a:rPr lang="ko-KR" altLang="en-US" dirty="0"/>
              <a:t> 수정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75C45-1368-97A2-C752-9F72A9777A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추가 코멘트 작성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89487-2AD8-EBF7-5319-3B9EFF42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0" y="2189077"/>
            <a:ext cx="3544253" cy="3162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C8114D-7A02-61BC-B05B-9E1C6739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401" y="2189077"/>
            <a:ext cx="3544254" cy="27420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70305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9CFC-B7C6-4189-BB35-0FD509AE9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Gamma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4DF89-3E89-9893-BA47-855C6C6C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프레젠테이션 자동 생성 플랫폼</a:t>
            </a:r>
          </a:p>
          <a:p>
            <a:r>
              <a:rPr lang="ko-KR" altLang="en-US" dirty="0"/>
              <a:t>슬라이드 형태의 문서를 빠르게 작성 및 시각화</a:t>
            </a:r>
          </a:p>
          <a:p>
            <a:r>
              <a:rPr lang="ko-KR" altLang="en-US" dirty="0"/>
              <a:t>문서와 웹페이지</a:t>
            </a:r>
            <a:r>
              <a:rPr lang="en-US" altLang="ko-KR" dirty="0"/>
              <a:t>, </a:t>
            </a:r>
            <a:r>
              <a:rPr lang="ko-KR" altLang="en-US" dirty="0"/>
              <a:t>멀티미디어를 한 번에 통합</a:t>
            </a:r>
          </a:p>
          <a:p>
            <a:r>
              <a:rPr lang="ko-KR" altLang="en-US" dirty="0"/>
              <a:t>디자인</a:t>
            </a:r>
            <a:r>
              <a:rPr lang="en-US" altLang="ko-KR" dirty="0"/>
              <a:t>, </a:t>
            </a:r>
            <a:r>
              <a:rPr lang="ko-KR" altLang="en-US" dirty="0"/>
              <a:t>내용</a:t>
            </a:r>
            <a:r>
              <a:rPr lang="en-US" altLang="ko-KR" dirty="0"/>
              <a:t>, </a:t>
            </a:r>
            <a:r>
              <a:rPr lang="ko-KR" altLang="en-US" dirty="0"/>
              <a:t>인터랙션까지 </a:t>
            </a:r>
            <a:r>
              <a:rPr lang="en-US" altLang="ko-KR" dirty="0"/>
              <a:t>AI</a:t>
            </a:r>
            <a:r>
              <a:rPr lang="ko-KR" altLang="en-US" dirty="0"/>
              <a:t>가 자동 제안</a:t>
            </a:r>
            <a:endParaRPr lang="en-US" altLang="ko-KR" dirty="0"/>
          </a:p>
          <a:p>
            <a:r>
              <a:rPr lang="ko-KR" altLang="en-US" dirty="0"/>
              <a:t>자동</a:t>
            </a:r>
            <a:r>
              <a:rPr lang="en-US" altLang="ko-KR" dirty="0"/>
              <a:t> PPT 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템플릿 라이브러리</a:t>
            </a:r>
            <a:r>
              <a:rPr lang="en-US" altLang="ko-KR" dirty="0"/>
              <a:t>, </a:t>
            </a:r>
            <a:r>
              <a:rPr lang="ko-KR" altLang="en-US" dirty="0" err="1"/>
              <a:t>에셋</a:t>
            </a:r>
            <a:r>
              <a:rPr lang="ko-KR" altLang="en-US" dirty="0"/>
              <a:t> 추가 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, GIF,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아이콘</a:t>
            </a:r>
            <a:r>
              <a:rPr lang="en-US" altLang="ko-KR" dirty="0"/>
              <a:t>, </a:t>
            </a:r>
            <a:r>
              <a:rPr lang="ko-KR" altLang="en-US" dirty="0"/>
              <a:t>그래프 등</a:t>
            </a:r>
            <a:r>
              <a:rPr lang="en-US" altLang="ko-KR" dirty="0"/>
              <a:t>), </a:t>
            </a:r>
            <a:r>
              <a:rPr lang="ko-KR" altLang="en-US" dirty="0"/>
              <a:t>실시간 공동 편집 </a:t>
            </a:r>
          </a:p>
          <a:p>
            <a:endParaRPr lang="en-US" dirty="0"/>
          </a:p>
        </p:txBody>
      </p:sp>
      <p:pic>
        <p:nvPicPr>
          <p:cNvPr id="1026" name="Picture 2" descr="Instant Presentations, Websites, and More with AI | Gamma">
            <a:extLst>
              <a:ext uri="{FF2B5EF4-FFF2-40B4-BE49-F238E27FC236}">
                <a16:creationId xmlns:a16="http://schemas.microsoft.com/office/drawing/2014/main" id="{15ADBBB8-6199-7E09-532F-3051258AE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3650" y="242047"/>
            <a:ext cx="2986013" cy="156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B7B836-D2D3-6B6F-8466-0D503C0C1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83" y="5048297"/>
            <a:ext cx="4193117" cy="986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54E98-1B28-58C1-96F6-00993AD8A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604" y="5048297"/>
            <a:ext cx="3789127" cy="16131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22227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6C63-3A0E-8F44-C87A-7BE387D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658408"/>
          </a:xfrm>
        </p:spPr>
        <p:txBody>
          <a:bodyPr/>
          <a:lstStyle/>
          <a:p>
            <a:r>
              <a:rPr lang="en-US" altLang="ko-KR" dirty="0"/>
              <a:t>Gamma</a:t>
            </a:r>
            <a:r>
              <a:rPr lang="ko-KR" altLang="en-US" dirty="0"/>
              <a:t> </a:t>
            </a:r>
            <a:r>
              <a:rPr lang="en-US" altLang="ko-KR" dirty="0"/>
              <a:t>PPT </a:t>
            </a:r>
            <a:r>
              <a:rPr lang="ko-KR" altLang="en-US" dirty="0"/>
              <a:t>초안 자동 생성 프로세스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CC0746-BF86-4301-71CB-9468C16A4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275006"/>
              </p:ext>
            </p:extLst>
          </p:nvPr>
        </p:nvGraphicFramePr>
        <p:xfrm>
          <a:off x="412750" y="1462088"/>
          <a:ext cx="10941050" cy="515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3625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B261-4090-40E7-6ABD-2F60FCDF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발표 자료 생성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6922-AF85-6A7D-7170-37337A5FA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ko-KR" altLang="en-US" dirty="0"/>
              <a:t>주제</a:t>
            </a:r>
            <a:r>
              <a:rPr lang="en-US" altLang="ko-KR" dirty="0"/>
              <a:t>: </a:t>
            </a:r>
            <a:r>
              <a:rPr lang="ko-KR" altLang="en-US" dirty="0"/>
              <a:t>대학 행정 혁신 전략 발표</a:t>
            </a:r>
          </a:p>
          <a:p>
            <a:pPr lvl="1"/>
            <a:r>
              <a:rPr lang="ko-KR" altLang="en-US" dirty="0"/>
              <a:t>포인트</a:t>
            </a:r>
            <a:r>
              <a:rPr lang="en-US" altLang="ko-KR" dirty="0"/>
              <a:t>: </a:t>
            </a:r>
            <a:r>
              <a:rPr lang="ko-KR" altLang="en-US" dirty="0"/>
              <a:t>만족도 분석</a:t>
            </a:r>
            <a:r>
              <a:rPr lang="en-US" altLang="ko-KR" dirty="0"/>
              <a:t>, </a:t>
            </a:r>
            <a:r>
              <a:rPr lang="ko-KR" altLang="en-US" dirty="0"/>
              <a:t>정책 개선</a:t>
            </a:r>
            <a:r>
              <a:rPr lang="en-US" altLang="ko-KR" dirty="0"/>
              <a:t>, </a:t>
            </a:r>
            <a:r>
              <a:rPr lang="ko-KR" altLang="en-US" dirty="0"/>
              <a:t>디지털 행정화</a:t>
            </a:r>
            <a:r>
              <a:rPr lang="en-US" altLang="ko-KR" dirty="0"/>
              <a:t>, </a:t>
            </a:r>
            <a:r>
              <a:rPr lang="ko-KR" altLang="en-US" dirty="0"/>
              <a:t>미래 방향</a:t>
            </a:r>
          </a:p>
          <a:p>
            <a:pPr lvl="1"/>
            <a:r>
              <a:rPr lang="ko-KR" altLang="en-US" dirty="0"/>
              <a:t>톤</a:t>
            </a:r>
            <a:r>
              <a:rPr lang="en-US" altLang="ko-KR" dirty="0"/>
              <a:t>: </a:t>
            </a:r>
            <a:r>
              <a:rPr lang="ko-KR" altLang="en-US" dirty="0"/>
              <a:t>전문적이고 간결하게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664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8DEDA-72F8-8B84-FC3A-78C764E2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아이디어 입력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B0E1B-1AA6-981E-7D3B-19320DA0E5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Generate new AI </a:t>
            </a:r>
            <a:r>
              <a:rPr lang="ko-KR" altLang="en-US" dirty="0"/>
              <a:t>선택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Generate</a:t>
            </a:r>
            <a:r>
              <a:rPr lang="ko-KR" altLang="en-US" dirty="0"/>
              <a:t> 선택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51295-FC21-8650-FAC2-87A6247F0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프롬프트 입력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5E062-A0E0-0791-BBE5-7608B5729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1" y="2111668"/>
            <a:ext cx="4691103" cy="11338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0DC85F-71F4-25DB-A6DC-F71DF119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1" y="4263155"/>
            <a:ext cx="4691103" cy="22484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B94A4-AD15-35AC-CD24-DDADAE0CD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013" y="2111668"/>
            <a:ext cx="4132045" cy="24673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88199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04A7-3FF5-37CE-0FF1-CA164557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내용과 디자인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972EFE-A5A8-55A0-65DF-9F39229C12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디자인 및 이미지 자동 추천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1D9005-448B-4240-CCAB-0BBAF1F30C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자동 구조화 </a:t>
            </a:r>
            <a:r>
              <a:rPr lang="en-US" dirty="0"/>
              <a:t>(</a:t>
            </a:r>
            <a:r>
              <a:rPr lang="ko-KR" altLang="en-US" dirty="0"/>
              <a:t>목차</a:t>
            </a:r>
            <a:r>
              <a:rPr lang="en-US" dirty="0"/>
              <a:t>, </a:t>
            </a:r>
            <a:r>
              <a:rPr lang="ko-KR" altLang="en-US" dirty="0"/>
              <a:t>개요</a:t>
            </a:r>
            <a:r>
              <a:rPr lang="en-US" dirty="0"/>
              <a:t>, </a:t>
            </a:r>
            <a:r>
              <a:rPr lang="ko-KR" altLang="en-US" dirty="0"/>
              <a:t>세부 내용</a:t>
            </a:r>
            <a:r>
              <a:rPr lang="en-US" dirty="0"/>
              <a:t>)</a:t>
            </a: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964423A6-950F-63D7-C488-2E5143182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23" y="2550500"/>
            <a:ext cx="2596706" cy="40317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1E6029-0732-8FED-D4DF-96AB29DA2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790" y="2096852"/>
            <a:ext cx="3409781" cy="4502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23395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AE51-315E-7FFF-B5E2-B164BC90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CA01EF-C7B9-2691-A07B-3E1F08BD62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506203"/>
            <a:ext cx="3204280" cy="507523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35C987-F865-CC99-CFE3-00E0066DD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489" y="1506203"/>
            <a:ext cx="3100353" cy="5110628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6E19809-09EA-98CE-C157-E0621F8832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720851" y="1523899"/>
            <a:ext cx="2975841" cy="5075237"/>
          </a:xfrm>
        </p:spPr>
      </p:pic>
    </p:spTree>
    <p:extLst>
      <p:ext uri="{BB962C8B-B14F-4D97-AF65-F5344CB8AC3E}">
        <p14:creationId xmlns:p14="http://schemas.microsoft.com/office/powerpoint/2010/main" val="2587506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8F9F-C992-2D96-35CA-3459E85D6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행정 보고서 작성 및 시각화 자동화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2E29-0235-0851-65F4-F64A726C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 fontScale="92500" lnSpcReduction="2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ChatGPT + </a:t>
            </a:r>
            <a:r>
              <a:rPr lang="en-US" altLang="ko-KR" dirty="0" err="1"/>
              <a:t>Goover</a:t>
            </a:r>
            <a:r>
              <a:rPr lang="en-US" altLang="ko-KR" dirty="0"/>
              <a:t> + Napkin</a:t>
            </a:r>
            <a:r>
              <a:rPr lang="ko-KR" altLang="en-US" dirty="0"/>
              <a:t>을 연계해서 도식 이미지가 삽입된 행정 보고서를 </a:t>
            </a:r>
            <a:r>
              <a:rPr lang="ko-KR" altLang="en-US" dirty="0" err="1"/>
              <a:t>작성하시오</a:t>
            </a:r>
            <a:r>
              <a:rPr lang="en-US" altLang="ko-KR" dirty="0"/>
              <a:t>. </a:t>
            </a:r>
          </a:p>
          <a:p>
            <a:endParaRPr lang="en-US" dirty="0"/>
          </a:p>
          <a:p>
            <a:r>
              <a:rPr lang="ko-KR" altLang="en-US" dirty="0"/>
              <a:t>초안 프롬프트</a:t>
            </a:r>
            <a:endParaRPr lang="en-US" altLang="ko-KR" dirty="0"/>
          </a:p>
          <a:p>
            <a:pPr lvl="1"/>
            <a:r>
              <a:rPr lang="ko-KR" altLang="en-US" dirty="0"/>
              <a:t>본 보고서는 </a:t>
            </a:r>
            <a:r>
              <a:rPr lang="en-US" altLang="ko-KR" dirty="0"/>
              <a:t>2022~2024</a:t>
            </a:r>
            <a:r>
              <a:rPr lang="ko-KR" altLang="en-US" dirty="0"/>
              <a:t>년 민원 처리 데이터를 분석하여</a:t>
            </a:r>
            <a:r>
              <a:rPr lang="en-US" altLang="ko-KR" dirty="0"/>
              <a:t>, </a:t>
            </a:r>
            <a:r>
              <a:rPr lang="ko-KR" altLang="en-US" dirty="0"/>
              <a:t>처리 속도 개선 및 부서 협업 강화 방안을 제안하기 위해 작성되었습니다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2022</a:t>
            </a:r>
            <a:r>
              <a:rPr lang="ko-KR" altLang="en-US" dirty="0"/>
              <a:t>년 민원 처리 건수</a:t>
            </a:r>
            <a:r>
              <a:rPr lang="en-US" altLang="ko-KR" dirty="0"/>
              <a:t>: 1,200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ko-KR" altLang="en-US" dirty="0"/>
              <a:t>처리 지연 </a:t>
            </a:r>
            <a:r>
              <a:rPr lang="en-US" altLang="ko-KR" dirty="0"/>
              <a:t>15%)</a:t>
            </a:r>
          </a:p>
          <a:p>
            <a:pPr lvl="1"/>
            <a:r>
              <a:rPr lang="en-US" altLang="ko-KR" dirty="0"/>
              <a:t>2023</a:t>
            </a:r>
            <a:r>
              <a:rPr lang="ko-KR" altLang="en-US" dirty="0"/>
              <a:t>년 민원 처리 건수</a:t>
            </a:r>
            <a:r>
              <a:rPr lang="en-US" altLang="ko-KR" dirty="0"/>
              <a:t>: 1,350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ko-KR" altLang="en-US" dirty="0"/>
              <a:t>처리 지연 </a:t>
            </a:r>
            <a:r>
              <a:rPr lang="en-US" altLang="ko-KR" dirty="0"/>
              <a:t>12%)</a:t>
            </a:r>
          </a:p>
          <a:p>
            <a:pPr lvl="1"/>
            <a:r>
              <a:rPr lang="en-US" altLang="ko-KR" dirty="0"/>
              <a:t>2024</a:t>
            </a:r>
            <a:r>
              <a:rPr lang="ko-KR" altLang="en-US" dirty="0"/>
              <a:t>년 민원 처리 건수</a:t>
            </a:r>
            <a:r>
              <a:rPr lang="en-US" altLang="ko-KR" dirty="0"/>
              <a:t>: 1,500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ko-KR" altLang="en-US" dirty="0"/>
              <a:t>처리 지연 </a:t>
            </a:r>
            <a:r>
              <a:rPr lang="en-US" altLang="ko-KR" dirty="0"/>
              <a:t>8%)</a:t>
            </a:r>
          </a:p>
          <a:p>
            <a:pPr lvl="1"/>
            <a:r>
              <a:rPr lang="ko-KR" altLang="en-US" dirty="0"/>
              <a:t>주요 문제</a:t>
            </a:r>
            <a:r>
              <a:rPr lang="en-US" altLang="ko-KR" dirty="0"/>
              <a:t>: </a:t>
            </a:r>
            <a:r>
              <a:rPr lang="ko-KR" altLang="en-US" dirty="0"/>
              <a:t>민원 분류 체계 미흡</a:t>
            </a:r>
            <a:r>
              <a:rPr lang="en-US" altLang="ko-KR" dirty="0"/>
              <a:t>, </a:t>
            </a:r>
            <a:r>
              <a:rPr lang="ko-KR" altLang="en-US" dirty="0"/>
              <a:t>부서 간 협력 부족</a:t>
            </a:r>
          </a:p>
          <a:p>
            <a:pPr lvl="1"/>
            <a:r>
              <a:rPr lang="ko-KR" altLang="en-US" dirty="0"/>
              <a:t>개선 방안</a:t>
            </a:r>
            <a:r>
              <a:rPr lang="en-US" altLang="ko-KR" dirty="0"/>
              <a:t>: AI </a:t>
            </a:r>
            <a:r>
              <a:rPr lang="ko-KR" altLang="en-US" dirty="0"/>
              <a:t>기반 민원 자동 분류</a:t>
            </a:r>
            <a:r>
              <a:rPr lang="en-US" altLang="ko-KR" dirty="0"/>
              <a:t>, </a:t>
            </a:r>
            <a:r>
              <a:rPr lang="ko-KR" altLang="en-US" dirty="0"/>
              <a:t>응답 매뉴얼 강화</a:t>
            </a:r>
            <a:r>
              <a:rPr lang="en-US" altLang="ko-KR" dirty="0"/>
              <a:t>, </a:t>
            </a:r>
            <a:r>
              <a:rPr lang="ko-KR" altLang="en-US" dirty="0"/>
              <a:t>상담 인력 확충</a:t>
            </a:r>
          </a:p>
          <a:p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28112AA-6120-95CB-8DFC-5EBB91B31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5274802"/>
              </p:ext>
            </p:extLst>
          </p:nvPr>
        </p:nvGraphicFramePr>
        <p:xfrm>
          <a:off x="838200" y="1462088"/>
          <a:ext cx="10406744" cy="486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35361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535D-6C6F-4456-D9DD-2057AC84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Zapier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01A6-3694-2AFF-5DA8-00B26C1BE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서로</a:t>
            </a:r>
            <a:r>
              <a:rPr lang="en-US" b="1" dirty="0"/>
              <a:t> </a:t>
            </a:r>
            <a:r>
              <a:rPr lang="en-US" b="1" dirty="0" err="1"/>
              <a:t>다른</a:t>
            </a:r>
            <a:r>
              <a:rPr lang="en-US" b="1" dirty="0"/>
              <a:t> </a:t>
            </a:r>
            <a:r>
              <a:rPr lang="en-US" b="1" dirty="0" err="1"/>
              <a:t>앱과</a:t>
            </a:r>
            <a:r>
              <a:rPr lang="en-US" b="1" dirty="0"/>
              <a:t> </a:t>
            </a:r>
            <a:r>
              <a:rPr lang="en-US" b="1" dirty="0" err="1"/>
              <a:t>서비스를</a:t>
            </a:r>
            <a:r>
              <a:rPr lang="en-US" b="1" dirty="0"/>
              <a:t> </a:t>
            </a:r>
            <a:r>
              <a:rPr lang="en-US" b="1" dirty="0" err="1"/>
              <a:t>연결해서</a:t>
            </a:r>
            <a:r>
              <a:rPr lang="en-US" b="1" dirty="0"/>
              <a:t> </a:t>
            </a:r>
            <a:r>
              <a:rPr lang="en-US" b="1" dirty="0" err="1"/>
              <a:t>반복적인</a:t>
            </a:r>
            <a:r>
              <a:rPr lang="en-US" b="1" dirty="0"/>
              <a:t> </a:t>
            </a:r>
            <a:r>
              <a:rPr lang="en-US" b="1" dirty="0" err="1"/>
              <a:t>업무를</a:t>
            </a:r>
            <a:r>
              <a:rPr lang="en-US" b="1" dirty="0"/>
              <a:t> </a:t>
            </a:r>
            <a:r>
              <a:rPr lang="en-US" b="1" dirty="0" err="1"/>
              <a:t>자동으로</a:t>
            </a:r>
            <a:r>
              <a:rPr lang="en-US" b="1" dirty="0"/>
              <a:t> </a:t>
            </a:r>
            <a:r>
              <a:rPr lang="en-US" b="1" dirty="0" err="1"/>
              <a:t>처리해</a:t>
            </a:r>
            <a:r>
              <a:rPr lang="en-US" b="1" dirty="0"/>
              <a:t> </a:t>
            </a:r>
            <a:r>
              <a:rPr lang="en-US" b="1" dirty="0" err="1"/>
              <a:t>주는</a:t>
            </a:r>
            <a:r>
              <a:rPr lang="en-US" b="1" dirty="0"/>
              <a:t> </a:t>
            </a:r>
            <a:r>
              <a:rPr lang="en-US" b="1" dirty="0" err="1"/>
              <a:t>도구</a:t>
            </a:r>
            <a:endParaRPr lang="en-US" b="1" dirty="0"/>
          </a:p>
          <a:p>
            <a:r>
              <a:rPr lang="en-US" dirty="0" err="1"/>
              <a:t>사람이</a:t>
            </a:r>
            <a:r>
              <a:rPr lang="en-US" dirty="0"/>
              <a:t> </a:t>
            </a:r>
            <a:r>
              <a:rPr lang="en-US" dirty="0" err="1"/>
              <a:t>일일이</a:t>
            </a:r>
            <a:r>
              <a:rPr lang="en-US" dirty="0"/>
              <a:t> </a:t>
            </a:r>
            <a:r>
              <a:rPr lang="en-US" dirty="0" err="1"/>
              <a:t>복사하고</a:t>
            </a:r>
            <a:r>
              <a:rPr lang="en-US" dirty="0"/>
              <a:t> </a:t>
            </a:r>
            <a:r>
              <a:rPr lang="en-US" dirty="0" err="1"/>
              <a:t>붙여넣거나</a:t>
            </a:r>
            <a:r>
              <a:rPr lang="en-US" dirty="0"/>
              <a:t> </a:t>
            </a:r>
            <a:r>
              <a:rPr lang="en-US" dirty="0" err="1"/>
              <a:t>알림을</a:t>
            </a:r>
            <a:r>
              <a:rPr lang="en-US" dirty="0"/>
              <a:t> </a:t>
            </a:r>
            <a:r>
              <a:rPr lang="en-US" dirty="0" err="1"/>
              <a:t>보내는</a:t>
            </a:r>
            <a:r>
              <a:rPr lang="en-US" dirty="0"/>
              <a:t> </a:t>
            </a:r>
            <a:r>
              <a:rPr lang="en-US" dirty="0" err="1"/>
              <a:t>일을</a:t>
            </a:r>
            <a:r>
              <a:rPr lang="en-US" dirty="0"/>
              <a:t> </a:t>
            </a:r>
            <a:r>
              <a:rPr lang="en-US" dirty="0" err="1"/>
              <a:t>대신해</a:t>
            </a:r>
            <a:r>
              <a:rPr lang="en-US" dirty="0"/>
              <a:t> </a:t>
            </a:r>
            <a:r>
              <a:rPr lang="en-US" dirty="0" err="1"/>
              <a:t>주는</a:t>
            </a:r>
            <a:r>
              <a:rPr lang="en-US" dirty="0"/>
              <a:t> </a:t>
            </a:r>
            <a:r>
              <a:rPr lang="en-US" dirty="0" err="1"/>
              <a:t>자동화</a:t>
            </a:r>
            <a:r>
              <a:rPr lang="en-US" dirty="0"/>
              <a:t> </a:t>
            </a:r>
            <a:r>
              <a:rPr lang="en-US" dirty="0" err="1"/>
              <a:t>프로그램</a:t>
            </a:r>
            <a:endParaRPr lang="en-US" dirty="0"/>
          </a:p>
          <a:p>
            <a:r>
              <a:rPr lang="en-US" dirty="0"/>
              <a:t>예: </a:t>
            </a:r>
            <a:r>
              <a:rPr lang="en-US" dirty="0" err="1"/>
              <a:t>이메일을</a:t>
            </a:r>
            <a:r>
              <a:rPr lang="en-US" dirty="0"/>
              <a:t> </a:t>
            </a:r>
            <a:r>
              <a:rPr lang="en-US" dirty="0" err="1"/>
              <a:t>받으면</a:t>
            </a:r>
            <a:r>
              <a:rPr lang="en-US" dirty="0"/>
              <a:t> </a:t>
            </a:r>
            <a:r>
              <a:rPr lang="en-US" dirty="0" err="1"/>
              <a:t>내용을</a:t>
            </a:r>
            <a:r>
              <a:rPr lang="en-US" dirty="0"/>
              <a:t> </a:t>
            </a:r>
            <a:r>
              <a:rPr lang="en-US" dirty="0" err="1"/>
              <a:t>구글</a:t>
            </a:r>
            <a:r>
              <a:rPr lang="en-US" dirty="0"/>
              <a:t> </a:t>
            </a:r>
            <a:r>
              <a:rPr lang="en-US" dirty="0" err="1"/>
              <a:t>스프레드시트에</a:t>
            </a:r>
            <a:r>
              <a:rPr lang="en-US" dirty="0"/>
              <a:t> </a:t>
            </a:r>
            <a:r>
              <a:rPr lang="en-US" dirty="0" err="1"/>
              <a:t>저장</a:t>
            </a:r>
            <a:r>
              <a:rPr lang="en-US" dirty="0"/>
              <a:t>,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주문이</a:t>
            </a:r>
            <a:r>
              <a:rPr lang="en-US" dirty="0"/>
              <a:t> </a:t>
            </a:r>
            <a:r>
              <a:rPr lang="en-US" dirty="0" err="1"/>
              <a:t>들어오면</a:t>
            </a:r>
            <a:r>
              <a:rPr lang="en-US" dirty="0"/>
              <a:t> </a:t>
            </a:r>
            <a:r>
              <a:rPr lang="en-US" dirty="0" err="1"/>
              <a:t>슬랙으로</a:t>
            </a:r>
            <a:r>
              <a:rPr lang="en-US" dirty="0"/>
              <a:t> </a:t>
            </a:r>
            <a:r>
              <a:rPr lang="en-US" dirty="0" err="1"/>
              <a:t>알림</a:t>
            </a:r>
            <a:endParaRPr lang="en-US" dirty="0"/>
          </a:p>
        </p:txBody>
      </p:sp>
      <p:pic>
        <p:nvPicPr>
          <p:cNvPr id="5" name="Picture 4" descr="Zapier Logo and symbol, meaning, history, PNG, brand">
            <a:extLst>
              <a:ext uri="{FF2B5EF4-FFF2-40B4-BE49-F238E27FC236}">
                <a16:creationId xmlns:a16="http://schemas.microsoft.com/office/drawing/2014/main" id="{3F5C1B55-6E44-2E40-6E36-6D47FEFD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780" y="3903554"/>
            <a:ext cx="4583020" cy="25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890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438A-2D1B-D413-B19B-942BBF266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C7E7-2E16-69B2-D7C2-77B768505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이메일 응답 자동화 워크플로우 구축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F0EE2-8DE6-F63A-E584-D21AED5DA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endParaRPr lang="en-US" dirty="0"/>
          </a:p>
        </p:txBody>
      </p:sp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23B9306D-F126-23DE-9BC9-0238A0813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9233828"/>
              </p:ext>
            </p:extLst>
          </p:nvPr>
        </p:nvGraphicFramePr>
        <p:xfrm>
          <a:off x="947057" y="1833336"/>
          <a:ext cx="1014548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19952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D220-A12C-96C9-5AA6-4D64250B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이메일 응답 생성 실습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132394-DA3E-4453-54D8-71D36C09C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dirty="0"/>
              <a:t>한 교육기관에서 </a:t>
            </a:r>
            <a:r>
              <a:rPr lang="en-US" dirty="0"/>
              <a:t>AI</a:t>
            </a:r>
            <a:r>
              <a:rPr lang="ko-KR" dirty="0"/>
              <a:t>를 활용해 문의 메일에 자동 응답하는 시스템을 만들고 있</a:t>
            </a:r>
            <a:r>
              <a:rPr lang="ko-KR" altLang="en-US" dirty="0"/>
              <a:t>습니다</a:t>
            </a:r>
            <a:r>
              <a:rPr lang="en-US" altLang="ko-KR" dirty="0"/>
              <a:t>. </a:t>
            </a:r>
            <a:r>
              <a:rPr lang="ko-KR" dirty="0"/>
              <a:t>다음 조건에 맞는 자동 회신 이메일 텍스트를 </a:t>
            </a:r>
            <a:r>
              <a:rPr lang="ko-KR" dirty="0" err="1"/>
              <a:t>작성하시오</a:t>
            </a:r>
            <a:r>
              <a:rPr lang="en-US" dirty="0"/>
              <a:t>.</a:t>
            </a:r>
          </a:p>
          <a:p>
            <a:pPr lvl="0"/>
            <a:r>
              <a:rPr lang="ko-KR" dirty="0"/>
              <a:t>조건</a:t>
            </a:r>
            <a:endParaRPr lang="en-US" dirty="0"/>
          </a:p>
          <a:p>
            <a:pPr lvl="1"/>
            <a:r>
              <a:rPr lang="ko-KR" dirty="0"/>
              <a:t>문의 내용</a:t>
            </a:r>
            <a:r>
              <a:rPr lang="en-US" dirty="0"/>
              <a:t>: </a:t>
            </a:r>
            <a:r>
              <a:rPr lang="ko-KR" dirty="0"/>
              <a:t>수강 신청 마감일 확인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“</a:t>
            </a:r>
            <a:r>
              <a:rPr lang="ko-KR" altLang="en-US" dirty="0"/>
              <a:t>수강 신청은 언제까지 할 수 있나요</a:t>
            </a:r>
            <a:r>
              <a:rPr lang="en-US" altLang="ko-KR" dirty="0"/>
              <a:t>?”)</a:t>
            </a:r>
            <a:endParaRPr lang="en-US" dirty="0"/>
          </a:p>
          <a:p>
            <a:pPr lvl="1"/>
            <a:r>
              <a:rPr lang="ko-KR" dirty="0"/>
              <a:t>어조</a:t>
            </a:r>
            <a:r>
              <a:rPr lang="en-US" dirty="0"/>
              <a:t>: </a:t>
            </a:r>
            <a:r>
              <a:rPr lang="ko-KR" dirty="0"/>
              <a:t>격식 있고 친절한 톤</a:t>
            </a:r>
            <a:endParaRPr lang="en-US" dirty="0"/>
          </a:p>
          <a:p>
            <a:pPr lvl="1"/>
            <a:r>
              <a:rPr lang="ko-KR" dirty="0"/>
              <a:t>포함 요소</a:t>
            </a:r>
            <a:r>
              <a:rPr lang="en-US" dirty="0"/>
              <a:t>:</a:t>
            </a:r>
          </a:p>
          <a:p>
            <a:pPr lvl="2"/>
            <a:r>
              <a:rPr lang="ko-KR" dirty="0"/>
              <a:t>수강 신청 마감일 안내 </a:t>
            </a:r>
            <a:r>
              <a:rPr lang="en-US" dirty="0"/>
              <a:t>(</a:t>
            </a:r>
            <a:r>
              <a:rPr lang="ko-KR" dirty="0"/>
              <a:t>예</a:t>
            </a:r>
            <a:r>
              <a:rPr lang="en-US" dirty="0"/>
              <a:t>: 2026</a:t>
            </a:r>
            <a:r>
              <a:rPr lang="ko-KR" dirty="0"/>
              <a:t>년 </a:t>
            </a:r>
            <a:r>
              <a:rPr lang="en-US" dirty="0"/>
              <a:t>7</a:t>
            </a:r>
            <a:r>
              <a:rPr lang="ko-KR" dirty="0"/>
              <a:t>월 </a:t>
            </a:r>
            <a:r>
              <a:rPr lang="en-US" dirty="0"/>
              <a:t>5</a:t>
            </a:r>
            <a:r>
              <a:rPr lang="ko-KR" dirty="0"/>
              <a:t>일 마감</a:t>
            </a:r>
            <a:r>
              <a:rPr lang="en-US" dirty="0"/>
              <a:t>)</a:t>
            </a:r>
          </a:p>
          <a:p>
            <a:pPr lvl="2"/>
            <a:r>
              <a:rPr lang="ko-KR" dirty="0"/>
              <a:t>추가 </a:t>
            </a:r>
            <a:r>
              <a:rPr lang="ko-KR" dirty="0" err="1"/>
              <a:t>문의시</a:t>
            </a:r>
            <a:r>
              <a:rPr lang="ko-KR" dirty="0"/>
              <a:t> 연락 안내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대표번호 </a:t>
            </a:r>
            <a:r>
              <a:rPr lang="en-US" altLang="ko-KR" dirty="0"/>
              <a:t>02-1234-5678)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079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54D4-9D72-2694-7344-6F85A85B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출력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208C7D-9094-2202-5483-1C9C4D12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en-US" dirty="0" err="1"/>
              <a:t>예시</a:t>
            </a:r>
            <a:r>
              <a:rPr lang="en-US" altLang="en-US" dirty="0"/>
              <a:t> </a:t>
            </a:r>
            <a:r>
              <a:rPr lang="en-US" altLang="en-US" dirty="0" err="1"/>
              <a:t>입력</a:t>
            </a:r>
            <a:endParaRPr lang="en-US" altLang="en-US" dirty="0"/>
          </a:p>
          <a:p>
            <a:pPr lvl="1"/>
            <a:r>
              <a:rPr lang="en-US" altLang="en-US" dirty="0"/>
              <a:t>"</a:t>
            </a:r>
            <a:r>
              <a:rPr lang="en-US" altLang="en-US" dirty="0" err="1"/>
              <a:t>수강</a:t>
            </a:r>
            <a:r>
              <a:rPr lang="en-US" altLang="en-US" dirty="0"/>
              <a:t> </a:t>
            </a:r>
            <a:r>
              <a:rPr lang="en-US" altLang="en-US" dirty="0" err="1"/>
              <a:t>신청은</a:t>
            </a:r>
            <a:r>
              <a:rPr lang="en-US" altLang="en-US" dirty="0"/>
              <a:t> </a:t>
            </a:r>
            <a:r>
              <a:rPr lang="en-US" altLang="en-US" dirty="0" err="1"/>
              <a:t>언제까지</a:t>
            </a:r>
            <a:r>
              <a:rPr lang="en-US" altLang="en-US" dirty="0"/>
              <a:t> 할 수 </a:t>
            </a:r>
            <a:r>
              <a:rPr lang="en-US" altLang="en-US" dirty="0" err="1"/>
              <a:t>있나요</a:t>
            </a:r>
            <a:r>
              <a:rPr lang="en-US" altLang="en-US" dirty="0"/>
              <a:t>?“</a:t>
            </a:r>
          </a:p>
          <a:p>
            <a:pPr lvl="1"/>
            <a:endParaRPr lang="en-US" altLang="en-US" dirty="0"/>
          </a:p>
          <a:p>
            <a:pPr lvl="0"/>
            <a:r>
              <a:rPr lang="en-US" altLang="en-US" dirty="0" err="1"/>
              <a:t>모범</a:t>
            </a:r>
            <a:r>
              <a:rPr lang="en-US" altLang="en-US" dirty="0"/>
              <a:t> </a:t>
            </a:r>
            <a:r>
              <a:rPr lang="en-US" altLang="en-US" dirty="0" err="1"/>
              <a:t>답안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B3518-5966-3050-C263-569135A52162}"/>
              </a:ext>
            </a:extLst>
          </p:cNvPr>
          <p:cNvSpPr txBox="1"/>
          <p:nvPr/>
        </p:nvSpPr>
        <p:spPr>
          <a:xfrm>
            <a:off x="909206" y="3494888"/>
            <a:ext cx="8884664" cy="2554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/>
              <a:t>제목</a:t>
            </a:r>
            <a:r>
              <a:rPr lang="en-US" altLang="ko-KR" sz="1600" dirty="0"/>
              <a:t>: </a:t>
            </a:r>
            <a:r>
              <a:rPr lang="ko-KR" altLang="en-US" sz="1600" dirty="0"/>
              <a:t>수강 신청 마감일에 대한 안내</a:t>
            </a:r>
          </a:p>
          <a:p>
            <a:pPr>
              <a:buNone/>
            </a:pPr>
            <a:r>
              <a:rPr lang="ko-KR" altLang="en-US" sz="1600" dirty="0"/>
              <a:t>안녕하세요</a:t>
            </a:r>
            <a:r>
              <a:rPr lang="en-US" altLang="ko-KR" sz="1600" dirty="0"/>
              <a:t>, [</a:t>
            </a:r>
            <a:r>
              <a:rPr lang="ko-KR" altLang="en-US" sz="1600" dirty="0"/>
              <a:t>고객님 성함</a:t>
            </a:r>
            <a:r>
              <a:rPr lang="en-US" altLang="ko-KR" sz="1600" dirty="0"/>
              <a:t>]</a:t>
            </a:r>
            <a:r>
              <a:rPr lang="ko-KR" altLang="en-US" sz="1600" dirty="0"/>
              <a:t>님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문의 주셔서 감사합니다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귀하께서 문의하신 수강 신청 마감일에 대해 </a:t>
            </a:r>
            <a:r>
              <a:rPr lang="ko-KR" altLang="en-US" sz="1600" dirty="0" err="1"/>
              <a:t>안내드리겠습니다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b="1" dirty="0"/>
              <a:t>수강 신청 마감일은 </a:t>
            </a:r>
            <a:r>
              <a:rPr lang="en-US" altLang="ko-KR" sz="1600" b="1" dirty="0"/>
              <a:t>2026</a:t>
            </a:r>
            <a:r>
              <a:rPr lang="ko-KR" altLang="en-US" sz="1600" b="1" dirty="0"/>
              <a:t>년 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월 </a:t>
            </a:r>
            <a:r>
              <a:rPr lang="en-US" altLang="ko-KR" sz="1600" b="1" dirty="0"/>
              <a:t>5</a:t>
            </a:r>
            <a:r>
              <a:rPr lang="ko-KR" altLang="en-US" sz="1600" b="1" dirty="0" err="1"/>
              <a:t>일</a:t>
            </a:r>
            <a:r>
              <a:rPr lang="ko-KR" altLang="en-US" sz="1600" dirty="0" err="1"/>
              <a:t>까지입니다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해당 날짜 이후에는 수강 신청이 </a:t>
            </a:r>
            <a:r>
              <a:rPr lang="ko-KR" altLang="en-US" sz="1600" dirty="0" err="1"/>
              <a:t>불가하오니</a:t>
            </a:r>
            <a:r>
              <a:rPr lang="en-US" altLang="ko-KR" sz="1600" dirty="0"/>
              <a:t>, </a:t>
            </a:r>
            <a:r>
              <a:rPr lang="ko-KR" altLang="en-US" sz="1600" dirty="0"/>
              <a:t>미리 신청을 완료해 주시기 바랍니다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추가적인 문의 사항이나 도움이 필요하시면 언제든지 연락 주시기 바랍니다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b="1" dirty="0"/>
              <a:t>대표번호</a:t>
            </a:r>
            <a:r>
              <a:rPr lang="en-US" altLang="ko-KR" sz="1600" b="1" dirty="0"/>
              <a:t>: 02-1234-5678</a:t>
            </a:r>
            <a:r>
              <a:rPr lang="ko-KR" altLang="en-US" sz="1600" dirty="0"/>
              <a:t>로 전화 주시면</a:t>
            </a:r>
            <a:r>
              <a:rPr lang="en-US" altLang="ko-KR" sz="1600" dirty="0"/>
              <a:t>, </a:t>
            </a:r>
            <a:r>
              <a:rPr lang="ko-KR" altLang="en-US" sz="1600" dirty="0"/>
              <a:t>친절하게 안내해 드리겠습니다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OO</a:t>
            </a:r>
            <a:r>
              <a:rPr lang="ko-KR" altLang="en-US" sz="1600" dirty="0"/>
              <a:t>대학교 드림</a:t>
            </a:r>
          </a:p>
        </p:txBody>
      </p:sp>
    </p:spTree>
    <p:extLst>
      <p:ext uri="{BB962C8B-B14F-4D97-AF65-F5344CB8AC3E}">
        <p14:creationId xmlns:p14="http://schemas.microsoft.com/office/powerpoint/2010/main" val="32651167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42A071-9113-659A-89A7-B540F76F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712" y="4323006"/>
            <a:ext cx="3040397" cy="1887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FABE5E-2993-0DB9-D752-C4078C22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41"/>
            <a:ext cx="10515600" cy="1325563"/>
          </a:xfrm>
        </p:spPr>
        <p:txBody>
          <a:bodyPr/>
          <a:lstStyle/>
          <a:p>
            <a:r>
              <a:rPr lang="en-US" dirty="0"/>
              <a:t>Zapier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CB70AE-BAB3-272B-B6B2-9B188E1F7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726" y="1506204"/>
            <a:ext cx="5551074" cy="5076025"/>
          </a:xfrm>
        </p:spPr>
        <p:txBody>
          <a:bodyPr/>
          <a:lstStyle/>
          <a:p>
            <a:r>
              <a:rPr lang="ko-KR" altLang="en-US" dirty="0"/>
              <a:t>이메일 응답 직접 작성하는 경우</a:t>
            </a:r>
            <a:endParaRPr lang="en-US" altLang="ko-K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3053BC-8DE0-4238-5075-12BE2ADDC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204"/>
            <a:ext cx="5181600" cy="5076025"/>
          </a:xfrm>
        </p:spPr>
        <p:txBody>
          <a:bodyPr/>
          <a:lstStyle/>
          <a:p>
            <a:r>
              <a:rPr lang="en-US" altLang="ko-KR" dirty="0"/>
              <a:t>Gemini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이용하는 경우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39EB0-C289-4182-6010-B84BE657E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17" y="2375266"/>
            <a:ext cx="2524792" cy="367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64F3F4-1E6F-FEEF-1DF4-A079B97A5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92" y="2348190"/>
            <a:ext cx="3523067" cy="3366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73C3A0-2B48-1F98-3447-300D266F0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7712" y="2375266"/>
            <a:ext cx="3040396" cy="15360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FE4D84-7037-C2FF-1A9D-1767212AA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674" y="5862725"/>
            <a:ext cx="3449921" cy="59717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0A8459-3714-501F-B0B9-C047136B62B4}"/>
              </a:ext>
            </a:extLst>
          </p:cNvPr>
          <p:cNvCxnSpPr/>
          <p:nvPr/>
        </p:nvCxnSpPr>
        <p:spPr>
          <a:xfrm>
            <a:off x="1524000" y="4943840"/>
            <a:ext cx="531425" cy="387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B36BE3-307B-968A-0626-4D33AD897CEA}"/>
              </a:ext>
            </a:extLst>
          </p:cNvPr>
          <p:cNvCxnSpPr/>
          <p:nvPr/>
        </p:nvCxnSpPr>
        <p:spPr>
          <a:xfrm>
            <a:off x="8343900" y="2861040"/>
            <a:ext cx="673100" cy="282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9918F8-0708-1DD1-875B-51EF11E62AB0}"/>
              </a:ext>
            </a:extLst>
          </p:cNvPr>
          <p:cNvCxnSpPr/>
          <p:nvPr/>
        </p:nvCxnSpPr>
        <p:spPr>
          <a:xfrm>
            <a:off x="8280400" y="4088971"/>
            <a:ext cx="698500" cy="435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6DE19C-CD46-62FB-A6CF-E9957B19180B}"/>
              </a:ext>
            </a:extLst>
          </p:cNvPr>
          <p:cNvCxnSpPr/>
          <p:nvPr/>
        </p:nvCxnSpPr>
        <p:spPr>
          <a:xfrm flipH="1">
            <a:off x="6754634" y="5330976"/>
            <a:ext cx="230366" cy="659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D065F9B-CB03-DB51-BC23-8F011CF77F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419" y="5368395"/>
            <a:ext cx="2921150" cy="11240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15902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4FAC-18FF-2E73-6B76-972F6878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작동 원리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0DF9-954E-289B-45F2-6829A125B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en-US" dirty="0"/>
              <a:t>Trigger (</a:t>
            </a:r>
            <a:r>
              <a:rPr lang="en-US" dirty="0" err="1"/>
              <a:t>트리거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자동화를</a:t>
            </a:r>
            <a:r>
              <a:rPr lang="en-US" dirty="0"/>
              <a:t> </a:t>
            </a:r>
            <a:r>
              <a:rPr lang="en-US" dirty="0" err="1"/>
              <a:t>시작하게</a:t>
            </a:r>
            <a:r>
              <a:rPr lang="en-US" dirty="0"/>
              <a:t> </a:t>
            </a:r>
            <a:r>
              <a:rPr lang="en-US" dirty="0" err="1"/>
              <a:t>만드는</a:t>
            </a:r>
            <a:r>
              <a:rPr lang="en-US" dirty="0"/>
              <a:t> </a:t>
            </a:r>
            <a:r>
              <a:rPr lang="en-US" dirty="0" err="1"/>
              <a:t>사건</a:t>
            </a:r>
            <a:endParaRPr lang="en-US" dirty="0"/>
          </a:p>
          <a:p>
            <a:pPr lvl="1"/>
            <a:r>
              <a:rPr lang="en-US" dirty="0"/>
              <a:t>예: </a:t>
            </a:r>
            <a:r>
              <a:rPr lang="en-US" dirty="0" err="1"/>
              <a:t>Gmail로</a:t>
            </a:r>
            <a:r>
              <a:rPr lang="en-US" dirty="0"/>
              <a:t> 새 </a:t>
            </a:r>
            <a:r>
              <a:rPr lang="en-US" dirty="0" err="1"/>
              <a:t>이메일이</a:t>
            </a:r>
            <a:r>
              <a:rPr lang="en-US" dirty="0"/>
              <a:t> </a:t>
            </a:r>
            <a:r>
              <a:rPr lang="en-US" dirty="0" err="1"/>
              <a:t>도착함</a:t>
            </a:r>
            <a:endParaRPr lang="en-US" dirty="0"/>
          </a:p>
          <a:p>
            <a:r>
              <a:rPr lang="en-US" dirty="0"/>
              <a:t>Action (</a:t>
            </a:r>
            <a:r>
              <a:rPr lang="en-US" dirty="0" err="1"/>
              <a:t>액션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트리거가</a:t>
            </a:r>
            <a:r>
              <a:rPr lang="en-US" dirty="0"/>
              <a:t> </a:t>
            </a:r>
            <a:r>
              <a:rPr lang="en-US" dirty="0" err="1"/>
              <a:t>발생하면</a:t>
            </a:r>
            <a:r>
              <a:rPr lang="en-US" dirty="0"/>
              <a:t> </a:t>
            </a:r>
            <a:r>
              <a:rPr lang="en-US" dirty="0" err="1"/>
              <a:t>자동으로</a:t>
            </a:r>
            <a:r>
              <a:rPr lang="en-US" dirty="0"/>
              <a:t> </a:t>
            </a:r>
            <a:r>
              <a:rPr lang="en-US" dirty="0" err="1"/>
              <a:t>실행하는</a:t>
            </a:r>
            <a:r>
              <a:rPr lang="en-US" dirty="0"/>
              <a:t> </a:t>
            </a:r>
            <a:r>
              <a:rPr lang="en-US" dirty="0" err="1"/>
              <a:t>작업</a:t>
            </a:r>
            <a:endParaRPr lang="en-US" dirty="0"/>
          </a:p>
          <a:p>
            <a:pPr lvl="1"/>
            <a:r>
              <a:rPr lang="en-US" dirty="0"/>
              <a:t>예: </a:t>
            </a:r>
            <a:r>
              <a:rPr lang="en-US" dirty="0" err="1"/>
              <a:t>이메일</a:t>
            </a:r>
            <a:r>
              <a:rPr lang="en-US" dirty="0"/>
              <a:t> </a:t>
            </a:r>
            <a:r>
              <a:rPr lang="en-US" dirty="0" err="1"/>
              <a:t>내용을</a:t>
            </a:r>
            <a:r>
              <a:rPr lang="en-US" dirty="0"/>
              <a:t> Google Sheets에 </a:t>
            </a:r>
            <a:r>
              <a:rPr lang="en-US" dirty="0" err="1"/>
              <a:t>저장함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418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F54E71-14EE-6E5B-5DC5-684F66F8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이메일</a:t>
            </a:r>
            <a:r>
              <a:rPr lang="en-US" dirty="0"/>
              <a:t> </a:t>
            </a:r>
            <a:r>
              <a:rPr lang="ko-KR" altLang="en-US" dirty="0"/>
              <a:t>발송</a:t>
            </a:r>
            <a:r>
              <a:rPr lang="en-US" dirty="0"/>
              <a:t> </a:t>
            </a:r>
            <a:r>
              <a:rPr lang="ko-KR" altLang="en-US" dirty="0"/>
              <a:t>코드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97ED2-D330-4AC1-D8C0-C2E64EB6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google.colab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userdata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email_pwd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userdata.get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('email')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smtplib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email.message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EmailMessage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보내는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사람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정보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sender_email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"hyojeongkim.ucdenver@gmail.com"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app_password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email_pwd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받는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사람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정보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receiver_email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"hyo-jeong.kim@hotmail.com"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이메일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작성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msg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msg["Subject"] =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파이썬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이메일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테스트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msg["From"]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sender_email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msg["To"]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receiver_email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msg.set_content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("""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감사합니다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""")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FBDCC-C372-6125-424B-C2D2AA068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안녕하세요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Python으로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보낸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테스트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이메일입니다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감사합니다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""")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Gmail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이메일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발송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smtplib.SMTP_SSL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("smtp.gmail.com", 465) as smtp: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smtp.login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sender_email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app_password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smtp.send_message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(msg)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이메일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발송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성공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 Exception as e: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f"이메일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발송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실패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{e}")</a:t>
            </a:r>
          </a:p>
        </p:txBody>
      </p:sp>
    </p:spTree>
    <p:extLst>
      <p:ext uri="{BB962C8B-B14F-4D97-AF65-F5344CB8AC3E}">
        <p14:creationId xmlns:p14="http://schemas.microsoft.com/office/powerpoint/2010/main" val="19227861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C304A1-B1A9-A9F2-0DC2-D24C13AA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이메일 발송을 위한 비밀번호 설정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2B31-3D9D-5B9A-7A29-C3562A2D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/>
          </a:bodyPr>
          <a:lstStyle/>
          <a:p>
            <a:r>
              <a:rPr lang="en-US" dirty="0" err="1"/>
              <a:t>Gmail에서</a:t>
            </a:r>
            <a:r>
              <a:rPr lang="en-US" dirty="0"/>
              <a:t> Python </a:t>
            </a:r>
            <a:r>
              <a:rPr lang="en-US" dirty="0" err="1"/>
              <a:t>이메일을</a:t>
            </a:r>
            <a:r>
              <a:rPr lang="en-US" dirty="0"/>
              <a:t> </a:t>
            </a:r>
            <a:r>
              <a:rPr lang="en-US" dirty="0" err="1"/>
              <a:t>보내려면</a:t>
            </a:r>
            <a:r>
              <a:rPr lang="en-US" dirty="0"/>
              <a:t> </a:t>
            </a:r>
            <a:r>
              <a:rPr lang="en-US" dirty="0" err="1"/>
              <a:t>일반</a:t>
            </a:r>
            <a:r>
              <a:rPr lang="en-US" dirty="0"/>
              <a:t> Google </a:t>
            </a:r>
            <a:r>
              <a:rPr lang="en-US" dirty="0" err="1"/>
              <a:t>계정</a:t>
            </a:r>
            <a:r>
              <a:rPr lang="en-US" dirty="0"/>
              <a:t> </a:t>
            </a:r>
            <a:r>
              <a:rPr lang="en-US" dirty="0" err="1"/>
              <a:t>비밀번호가</a:t>
            </a:r>
            <a:r>
              <a:rPr lang="en-US" dirty="0"/>
              <a:t> </a:t>
            </a:r>
            <a:r>
              <a:rPr lang="en-US" dirty="0" err="1"/>
              <a:t>아닌</a:t>
            </a:r>
            <a:r>
              <a:rPr lang="en-US" dirty="0"/>
              <a:t> 16자리 앱 </a:t>
            </a:r>
            <a:r>
              <a:rPr lang="en-US" dirty="0" err="1"/>
              <a:t>비밀번호를</a:t>
            </a:r>
            <a:r>
              <a:rPr lang="en-US" dirty="0"/>
              <a:t> </a:t>
            </a:r>
            <a:r>
              <a:rPr lang="en-US" dirty="0" err="1"/>
              <a:t>사용</a:t>
            </a:r>
            <a:r>
              <a:rPr lang="ko-KR" altLang="en-US" dirty="0"/>
              <a:t>해야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en-US" b="1" dirty="0"/>
              <a:t>Google </a:t>
            </a:r>
            <a:r>
              <a:rPr lang="en-US" b="1" dirty="0" err="1"/>
              <a:t>계정</a:t>
            </a:r>
            <a:r>
              <a:rPr lang="en-US" b="1" dirty="0"/>
              <a:t> </a:t>
            </a:r>
            <a:r>
              <a:rPr lang="en-US" b="1" dirty="0" err="1"/>
              <a:t>보안</a:t>
            </a:r>
            <a:r>
              <a:rPr lang="en-US" b="1" dirty="0"/>
              <a:t> </a:t>
            </a:r>
            <a:r>
              <a:rPr lang="en-US" b="1" dirty="0" err="1"/>
              <a:t>설정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2단계 </a:t>
            </a:r>
            <a:r>
              <a:rPr lang="en-US" b="1" dirty="0" err="1"/>
              <a:t>인증</a:t>
            </a:r>
            <a:r>
              <a:rPr lang="en-US" b="1" dirty="0"/>
              <a:t> </a:t>
            </a:r>
            <a:r>
              <a:rPr lang="en-US" dirty="0" err="1"/>
              <a:t>활성화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앱 </a:t>
            </a:r>
            <a:r>
              <a:rPr lang="en-US" dirty="0" err="1"/>
              <a:t>이름에</a:t>
            </a:r>
            <a:r>
              <a:rPr lang="en-US" dirty="0"/>
              <a:t> Python </a:t>
            </a:r>
            <a:r>
              <a:rPr lang="en-US" dirty="0" err="1"/>
              <a:t>Email을</a:t>
            </a:r>
            <a:r>
              <a:rPr lang="en-US" dirty="0"/>
              <a:t> </a:t>
            </a:r>
            <a:r>
              <a:rPr lang="en-US" dirty="0" err="1"/>
              <a:t>입력하고</a:t>
            </a:r>
            <a:r>
              <a:rPr lang="en-US" dirty="0"/>
              <a:t> </a:t>
            </a:r>
            <a:r>
              <a:rPr lang="en-US" dirty="0" err="1"/>
              <a:t>생성</a:t>
            </a:r>
            <a:r>
              <a:rPr lang="ko-KR" altLang="en-US" dirty="0"/>
              <a:t>하기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비밀번호 복사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dirty="0" err="1"/>
              <a:t>Colab에서</a:t>
            </a:r>
            <a:r>
              <a:rPr lang="en-US" dirty="0"/>
              <a:t> </a:t>
            </a:r>
            <a:r>
              <a:rPr lang="en-US" dirty="0" err="1"/>
              <a:t>왼쪽의</a:t>
            </a:r>
            <a:r>
              <a:rPr lang="en-US" dirty="0"/>
              <a:t> </a:t>
            </a:r>
            <a:r>
              <a:rPr lang="en-US" b="1" dirty="0"/>
              <a:t>🔑 Secrets(</a:t>
            </a:r>
            <a:r>
              <a:rPr lang="en-US" b="1" dirty="0" err="1"/>
              <a:t>비밀</a:t>
            </a:r>
            <a:r>
              <a:rPr lang="en-US" b="1" dirty="0"/>
              <a:t>)</a:t>
            </a:r>
          </a:p>
          <a:p>
            <a:pPr lvl="1"/>
            <a:r>
              <a:rPr lang="en-US" dirty="0" err="1"/>
              <a:t>이름</a:t>
            </a:r>
            <a:r>
              <a:rPr lang="en-US" dirty="0"/>
              <a:t>(Name): email</a:t>
            </a:r>
          </a:p>
          <a:p>
            <a:pPr lvl="1"/>
            <a:r>
              <a:rPr lang="en-US" dirty="0"/>
              <a:t>값(Value): </a:t>
            </a:r>
            <a:r>
              <a:rPr lang="en-US" dirty="0" err="1"/>
              <a:t>방금</a:t>
            </a:r>
            <a:r>
              <a:rPr lang="en-US" dirty="0"/>
              <a:t> </a:t>
            </a:r>
            <a:r>
              <a:rPr lang="en-US" dirty="0" err="1"/>
              <a:t>생성한</a:t>
            </a:r>
            <a:r>
              <a:rPr lang="en-US" dirty="0"/>
              <a:t> 앱 </a:t>
            </a:r>
            <a:r>
              <a:rPr lang="en-US" dirty="0" err="1"/>
              <a:t>비밀번호</a:t>
            </a:r>
            <a:endParaRPr lang="en-US" dirty="0"/>
          </a:p>
          <a:p>
            <a:pPr lvl="1"/>
            <a:r>
              <a:rPr lang="en-US" dirty="0" err="1"/>
              <a:t>저장</a:t>
            </a:r>
            <a:r>
              <a:rPr lang="en-US" dirty="0"/>
              <a:t> </a:t>
            </a:r>
            <a:r>
              <a:rPr lang="ko-KR" altLang="en-US" dirty="0"/>
              <a:t>후 </a:t>
            </a:r>
            <a:r>
              <a:rPr lang="en-US" b="1" dirty="0"/>
              <a:t>Notebook access</a:t>
            </a:r>
            <a:r>
              <a:rPr lang="en-US" dirty="0"/>
              <a:t> </a:t>
            </a:r>
            <a:r>
              <a:rPr lang="en-US" dirty="0" err="1"/>
              <a:t>활성화</a:t>
            </a:r>
            <a:endParaRPr lang="en-US" u="sng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EAC48-98BB-8F2E-411E-EF1B20C58FF4}"/>
              </a:ext>
            </a:extLst>
          </p:cNvPr>
          <p:cNvSpPr txBox="1"/>
          <p:nvPr/>
        </p:nvSpPr>
        <p:spPr>
          <a:xfrm>
            <a:off x="1215798" y="5395912"/>
            <a:ext cx="479039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google.colab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userdata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email_pwd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userdata.get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("email")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154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2DFA-A250-15CF-64DD-C3B068B3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이메일 발송 확인 코드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4BC3-8E76-65AC-D021-86703053A0D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smtplib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socket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smtplib.SMTP_SSL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"smtp.gmail.com",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465,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timeout=20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) as smtp: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smtp.ehlo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print("Gmail SMTP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연결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성공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smtp.noop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smtplib.SMTPException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socket.timeout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as 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연결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오류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5685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283D-91DD-48D2-23AF-A8B8D91A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 err="1"/>
              <a:t>할루시네이션</a:t>
            </a:r>
            <a:br>
              <a:rPr lang="en-US" altLang="ko-KR" dirty="0"/>
            </a:br>
            <a:r>
              <a:rPr lang="en-US" altLang="ko-KR" sz="3200" dirty="0"/>
              <a:t>Hallucination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A098-6D0D-EEB8-7D2C-F78F1F175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가 존재하지 않거나 잘못된 정보를 실제처럼 만들어내는 현상</a:t>
            </a:r>
            <a:endParaRPr lang="en-US" altLang="ko-KR" dirty="0"/>
          </a:p>
          <a:p>
            <a:r>
              <a:rPr lang="ko-KR" altLang="en-US" dirty="0"/>
              <a:t>근거 없는 사실을 </a:t>
            </a:r>
            <a:r>
              <a:rPr lang="en-US" altLang="ko-KR" dirty="0"/>
              <a:t>"</a:t>
            </a:r>
            <a:r>
              <a:rPr lang="ko-KR" altLang="en-US" dirty="0"/>
              <a:t>그럴듯하게</a:t>
            </a:r>
            <a:r>
              <a:rPr lang="en-US" altLang="ko-KR" dirty="0"/>
              <a:t>" </a:t>
            </a:r>
            <a:r>
              <a:rPr lang="ko-KR" altLang="en-US" dirty="0"/>
              <a:t>생성하는 오류</a:t>
            </a:r>
            <a:endParaRPr lang="en-US" altLang="ko-KR" dirty="0"/>
          </a:p>
          <a:p>
            <a:r>
              <a:rPr lang="ko-KR" altLang="en-US" dirty="0"/>
              <a:t>예를</a:t>
            </a:r>
            <a:r>
              <a:rPr lang="en-US" altLang="ko-KR" dirty="0"/>
              <a:t> </a:t>
            </a:r>
            <a:r>
              <a:rPr lang="ko-KR" altLang="en-US" dirty="0"/>
              <a:t>들어</a:t>
            </a:r>
            <a:r>
              <a:rPr lang="en-US" altLang="ko-KR" dirty="0"/>
              <a:t>,</a:t>
            </a:r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가 존재하지 않는 논문이나 출처를 인용함</a:t>
            </a:r>
          </a:p>
          <a:p>
            <a:pPr lvl="1"/>
            <a:r>
              <a:rPr lang="ko-KR" altLang="en-US" dirty="0"/>
              <a:t>틀린 사실을 자신 있게 설명함</a:t>
            </a:r>
          </a:p>
          <a:p>
            <a:pPr lvl="1"/>
            <a:r>
              <a:rPr lang="ko-KR" altLang="en-US" dirty="0"/>
              <a:t>사용자가 준 문맥과 전혀 다른 정보를 덧붙임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010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01F2-0BC7-D81D-B175-A2E4D8D8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ko-KR" altLang="en-US" dirty="0"/>
              <a:t>사실 확인 사이트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5B71-A07F-2BB9-F208-39C67B3B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462088"/>
            <a:ext cx="10941050" cy="5153865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구글 등 검색엔진</a:t>
            </a:r>
            <a:endParaRPr lang="en-US" altLang="ko-KR" dirty="0"/>
          </a:p>
          <a:p>
            <a:r>
              <a:rPr lang="ko-KR" altLang="en-US" dirty="0"/>
              <a:t>네이버 지식백과</a:t>
            </a:r>
            <a:r>
              <a:rPr lang="en-US" altLang="ko-KR" dirty="0"/>
              <a:t>, </a:t>
            </a:r>
            <a:r>
              <a:rPr lang="ko-KR" altLang="en-US" dirty="0"/>
              <a:t>위키피디아</a:t>
            </a:r>
            <a:endParaRPr lang="en-US" altLang="ko-KR" dirty="0"/>
          </a:p>
          <a:p>
            <a:r>
              <a:rPr lang="ko-KR" altLang="en-US" dirty="0"/>
              <a:t>학술 </a:t>
            </a:r>
            <a:r>
              <a:rPr lang="en-US" altLang="ko-KR" dirty="0"/>
              <a:t>DB: Google Scholar, PubMed, </a:t>
            </a:r>
            <a:r>
              <a:rPr lang="en-US" altLang="ko-KR" dirty="0" err="1"/>
              <a:t>DBpia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정부</a:t>
            </a:r>
            <a:r>
              <a:rPr lang="en-US" altLang="ko-KR" dirty="0"/>
              <a:t>, </a:t>
            </a:r>
            <a:r>
              <a:rPr lang="ko-KR" altLang="en-US" dirty="0"/>
              <a:t>대학</a:t>
            </a:r>
            <a:r>
              <a:rPr lang="en-US" altLang="ko-KR" dirty="0"/>
              <a:t>, </a:t>
            </a:r>
            <a:r>
              <a:rPr lang="ko-KR" altLang="en-US" dirty="0"/>
              <a:t>국제기구 등</a:t>
            </a:r>
            <a:endParaRPr lang="en-US" altLang="ko-KR" dirty="0"/>
          </a:p>
          <a:p>
            <a:r>
              <a:rPr lang="ko-KR" altLang="en-US" dirty="0"/>
              <a:t>정부기관 보고서</a:t>
            </a:r>
            <a:r>
              <a:rPr lang="en-US" altLang="ko-KR" dirty="0"/>
              <a:t>, </a:t>
            </a:r>
            <a:r>
              <a:rPr lang="ko-KR" altLang="en-US" dirty="0"/>
              <a:t>논문</a:t>
            </a:r>
            <a:r>
              <a:rPr lang="en-US" altLang="ko-KR" dirty="0"/>
              <a:t>, </a:t>
            </a:r>
            <a:r>
              <a:rPr lang="ko-KR" altLang="en-US" dirty="0"/>
              <a:t>법령집 등</a:t>
            </a:r>
            <a:endParaRPr lang="en-US" altLang="ko-KR" dirty="0"/>
          </a:p>
          <a:p>
            <a:r>
              <a:rPr lang="ko-KR" altLang="en-US" dirty="0"/>
              <a:t>기타 사이트</a:t>
            </a:r>
            <a:endParaRPr lang="en-US" altLang="ko-KR" dirty="0"/>
          </a:p>
          <a:p>
            <a:pPr lvl="1"/>
            <a:r>
              <a:rPr lang="en-US" dirty="0"/>
              <a:t>Korea </a:t>
            </a:r>
            <a:r>
              <a:rPr lang="en-US" dirty="0" err="1"/>
              <a:t>FactCheck</a:t>
            </a:r>
            <a:r>
              <a:rPr lang="en-US" dirty="0"/>
              <a:t> Center</a:t>
            </a:r>
          </a:p>
          <a:p>
            <a:pPr lvl="1"/>
            <a:r>
              <a:rPr lang="en-US" dirty="0">
                <a:hlinkClick r:id="rId3"/>
              </a:rPr>
              <a:t>Snopes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PolitiFact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FactCheck.org</a:t>
            </a:r>
            <a:endParaRPr lang="en-US" dirty="0"/>
          </a:p>
          <a:p>
            <a:pPr lvl="1"/>
            <a:r>
              <a:rPr lang="en-US" dirty="0"/>
              <a:t>Google Fact Check Explorer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573C6-5EF1-C4D8-091B-C42C804EF923}"/>
              </a:ext>
            </a:extLst>
          </p:cNvPr>
          <p:cNvSpPr txBox="1"/>
          <p:nvPr/>
        </p:nvSpPr>
        <p:spPr>
          <a:xfrm>
            <a:off x="8284029" y="4572003"/>
            <a:ext cx="329927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 이상의 독립된 소스를 크로스체크</a:t>
            </a:r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!!!</a:t>
            </a:r>
            <a:endParaRPr lang="en-US" sz="2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24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rra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1C7E41-42DC-4B4E-84FE-DF921EB2F04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18981</TotalTime>
  <Words>5178</Words>
  <Application>Microsoft Office PowerPoint</Application>
  <PresentationFormat>Widescreen</PresentationFormat>
  <Paragraphs>717</Paragraphs>
  <Slides>79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79</vt:i4>
      </vt:variant>
    </vt:vector>
  </HeadingPairs>
  <TitlesOfParts>
    <vt:vector size="91" baseType="lpstr">
      <vt:lpstr>Wingdings</vt:lpstr>
      <vt:lpstr>KoPub돋움체 Medium</vt:lpstr>
      <vt:lpstr>Arial</vt:lpstr>
      <vt:lpstr>Aptos</vt:lpstr>
      <vt:lpstr>G마켓 산스 TTF Medium</vt:lpstr>
      <vt:lpstr>Poppins</vt:lpstr>
      <vt:lpstr>Calibri</vt:lpstr>
      <vt:lpstr>Courier New</vt:lpstr>
      <vt:lpstr>G마켓 산스 TTF Bold</vt:lpstr>
      <vt:lpstr>ui-sans-serif</vt:lpstr>
      <vt:lpstr>Office Theme</vt:lpstr>
      <vt:lpstr>Terra</vt:lpstr>
      <vt:lpstr>[AI 리터러시 교육]</vt:lpstr>
      <vt:lpstr>생성형 AI 활용 실무역량 강화 교육</vt:lpstr>
      <vt:lpstr>Topics</vt:lpstr>
      <vt:lpstr>직무별 활용 실습</vt:lpstr>
      <vt:lpstr>직무별 생성형 AI 활용 분야</vt:lpstr>
      <vt:lpstr>공문 및 안내문 작성 실습</vt:lpstr>
      <vt:lpstr>실습 자료</vt:lpstr>
      <vt:lpstr>AI 결과 확인 및 편집</vt:lpstr>
      <vt:lpstr>업무 보고서 요약 실습</vt:lpstr>
      <vt:lpstr>AI 결과 확인 및 편집</vt:lpstr>
      <vt:lpstr>공지문 및 SNS 안내문 변환 실습</vt:lpstr>
      <vt:lpstr>AI 결과 확인 및 편집</vt:lpstr>
      <vt:lpstr>회의록 요약 및 정리 실습</vt:lpstr>
      <vt:lpstr>AI 결과 확인 및 편집</vt:lpstr>
      <vt:lpstr>문서 교정 및 개선 실습</vt:lpstr>
      <vt:lpstr>AI 결과 확인 및 편집</vt:lpstr>
      <vt:lpstr>상황별 맞춤 프롬프트</vt:lpstr>
      <vt:lpstr>공문 요약 프롬프트</vt:lpstr>
      <vt:lpstr>민원 답변 문안 작성 프롬프트</vt:lpstr>
      <vt:lpstr>이미지 생성 프롬프트</vt:lpstr>
      <vt:lpstr>효과적인 프롬프트 작성 원칙</vt:lpstr>
      <vt:lpstr>마케팅/콘텐츠 개발용 프롬프트 템플릿</vt:lpstr>
      <vt:lpstr>프로그램 개발용 프롬프트 템플릿</vt:lpstr>
      <vt:lpstr>기획/프로젝트 관리용 프롬프트 템플릿</vt:lpstr>
      <vt:lpstr>HR/인사 관리용 프롬프트 템플릿</vt:lpstr>
      <vt:lpstr>AI 에이전트 (AI Agent)</vt:lpstr>
      <vt:lpstr>LLM 기반 AI 에이전트 도구</vt:lpstr>
      <vt:lpstr>Genspark</vt:lpstr>
      <vt:lpstr>Genspark 문서 생성 자동화 프로세스</vt:lpstr>
      <vt:lpstr>연구 보고서 자동화 실습</vt:lpstr>
      <vt:lpstr>연구 보고서 생성 프롬프트</vt:lpstr>
      <vt:lpstr>중간 과정</vt:lpstr>
      <vt:lpstr>결과 보고서</vt:lpstr>
      <vt:lpstr>교육 행정 보고서 자동화 실습</vt:lpstr>
      <vt:lpstr>결과 보고서</vt:lpstr>
      <vt:lpstr>보고서 기반 PPT 생성 자동화 실습</vt:lpstr>
      <vt:lpstr>엑셀 생성 자동화 실습</vt:lpstr>
      <vt:lpstr>결과물</vt:lpstr>
      <vt:lpstr>결과물</vt:lpstr>
      <vt:lpstr>생성 문서 편집 및 교차 검증 자동화 실습</vt:lpstr>
      <vt:lpstr>중간 과정</vt:lpstr>
      <vt:lpstr>Goover</vt:lpstr>
      <vt:lpstr>Goover 보고서 생성 자동화 프로세스</vt:lpstr>
      <vt:lpstr>GO OVER 사용하는 경우</vt:lpstr>
      <vt:lpstr>GO OVER 결과물</vt:lpstr>
      <vt:lpstr>분석 보고서 자동화 실습</vt:lpstr>
      <vt:lpstr>분석 보고서 자동화 프롬프트</vt:lpstr>
      <vt:lpstr>보고서 템플릿</vt:lpstr>
      <vt:lpstr>중간과정</vt:lpstr>
      <vt:lpstr>출력 결과</vt:lpstr>
      <vt:lpstr>출력 결과</vt:lpstr>
      <vt:lpstr>분석 보고서 자동화 추가 실습</vt:lpstr>
      <vt:lpstr>Notion AI</vt:lpstr>
      <vt:lpstr>회의록 요약 실습</vt:lpstr>
      <vt:lpstr>회의록 요약 실습</vt:lpstr>
      <vt:lpstr>회의록 요약 실습</vt:lpstr>
      <vt:lpstr>Napkin AI</vt:lpstr>
      <vt:lpstr>Napkin 시각화 자동화 프로세스</vt:lpstr>
      <vt:lpstr>문서 시각화 자동화 실습</vt:lpstr>
      <vt:lpstr>자동 관계도 생성</vt:lpstr>
      <vt:lpstr>편집 및 상세화</vt:lpstr>
      <vt:lpstr>Gamma</vt:lpstr>
      <vt:lpstr>Gamma PPT 초안 자동 생성 프로세스</vt:lpstr>
      <vt:lpstr>발표 자료 생성 실습</vt:lpstr>
      <vt:lpstr>핵심 아이디어 입력</vt:lpstr>
      <vt:lpstr>내용과 디자인</vt:lpstr>
      <vt:lpstr>결과물</vt:lpstr>
      <vt:lpstr>행정 보고서 작성 및 시각화 자동화 실습</vt:lpstr>
      <vt:lpstr>Zapier</vt:lpstr>
      <vt:lpstr>이메일 응답 자동화 워크플로우 구축</vt:lpstr>
      <vt:lpstr>이메일 응답 생성 실습</vt:lpstr>
      <vt:lpstr>예상 출력</vt:lpstr>
      <vt:lpstr>Zapier</vt:lpstr>
      <vt:lpstr>작동 원리</vt:lpstr>
      <vt:lpstr>이메일 발송 코드</vt:lpstr>
      <vt:lpstr>이메일 발송을 위한 비밀번호 설정</vt:lpstr>
      <vt:lpstr>이메일 발송 확인 코드</vt:lpstr>
      <vt:lpstr>할루시네이션 Hallucination</vt:lpstr>
      <vt:lpstr>사실 확인 사이트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Hyo-Jeong  Kim</dc:creator>
  <cp:lastModifiedBy>Hyo-Jeong Kim</cp:lastModifiedBy>
  <cp:revision>90</cp:revision>
  <dcterms:created xsi:type="dcterms:W3CDTF">2024-06-16T05:53:51Z</dcterms:created>
  <dcterms:modified xsi:type="dcterms:W3CDTF">2026-10-21T21:07:09Z</dcterms:modified>
</cp:coreProperties>
</file>